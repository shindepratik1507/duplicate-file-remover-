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3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5420"/>
    <a:srgbClr val="212121"/>
    <a:srgbClr val="FFD966"/>
    <a:srgbClr val="3D3D3D"/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0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A67F3-527D-E994-7071-1EE1483054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C3324-EFE1-F9C3-679C-83C67E521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5BF5A-6B46-1A94-AE32-9950F9106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65C2-288F-4FE5-A5D2-36E25B68249F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305AA-92FA-65E8-4E39-62D29DAB1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12C6E-9BE6-22E8-7F2A-CCADBC829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67EA-DF95-4BD0-BB05-06A09175C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86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5FE6D-8B5F-348C-893C-105104EA9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6B42F-B356-E00B-F21F-C91CC60A0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4BC74-F297-25F5-4379-0FF43F765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65C2-288F-4FE5-A5D2-36E25B68249F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83191-8703-D194-9C7A-90734F6F7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E593D-B1AF-EDD5-C87C-44501D9EF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67EA-DF95-4BD0-BB05-06A09175C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652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F0F98-C128-064C-9DB2-670B93592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55F5A-EE7F-B99F-6698-BA0A9C7AC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B4775-BA14-5448-3D91-97E30CBA7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65C2-288F-4FE5-A5D2-36E25B68249F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6E304-25C4-A5A2-0EAE-C98628ECC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E8B65-A34B-581C-D3FE-FF5F85F72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67EA-DF95-4BD0-BB05-06A09175C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103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C61EB-33B3-309C-BB55-E815CD688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D85DD-09F3-814A-5699-FA5CABC1FC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3CACD-C176-F0AB-E6E8-257032D3B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7213A-38FE-0F5D-0695-707EF78C8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65C2-288F-4FE5-A5D2-36E25B68249F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0C216-5529-EA08-11A9-7A7BABDB1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35364-73C4-0448-567D-8550BA513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67EA-DF95-4BD0-BB05-06A09175C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26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1FEAC-5E7A-C94C-9E0C-E0F3CE2C1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DD664-924C-4F5F-D690-7F3F79582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A435D-A2B4-AAA3-E7B1-3D836F1BE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36F1C7-8418-6E7D-3DFD-076ED337A9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DE271F-5CCD-CAA8-C2B9-79F3057746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1A93D6-081D-8CBC-6334-80BE1DB71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65C2-288F-4FE5-A5D2-36E25B68249F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82AB5B-1E03-ED5C-7A70-151B2971B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1133F0-80AF-9D9B-950C-9F543D678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67EA-DF95-4BD0-BB05-06A09175C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805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294EC-C7E4-29C2-523C-A6EC4CC95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1A4924-2E9B-7DA6-2C0B-4590F51AA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65C2-288F-4FE5-A5D2-36E25B68249F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ECF56-13DD-6CA8-1FB6-FBB4C31BE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C12D4-B624-B85F-E617-63CD8A342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67EA-DF95-4BD0-BB05-06A09175C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834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E1D1F6-2AA2-FB03-900A-8D9A9DC76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65C2-288F-4FE5-A5D2-36E25B68249F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544DB1-FCF5-515A-0030-0EF6D86B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283CA-E29D-8E40-25CB-2DC5DBCB4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67EA-DF95-4BD0-BB05-06A09175C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536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1906A-1B98-27A2-7D4B-D877C5468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46A14-9507-A2E3-242A-406923969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56AAD-1968-F4F0-5EDF-A17A3EDA9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04CCF-9D10-8B91-167C-876935E32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65C2-288F-4FE5-A5D2-36E25B68249F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8735F-EB02-695D-A8B4-26778ED44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7297D-0D6C-18B1-B143-F468B1571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67EA-DF95-4BD0-BB05-06A09175C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169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C1462-B5A3-5E20-31A9-F27A41F38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ED0704-FB53-2F5C-5B38-9523B02E5C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A24AB-01F7-394A-A6BD-2646E6AAF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636E8-413C-B1BD-A5AE-A41DF6F4C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65C2-288F-4FE5-A5D2-36E25B68249F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4FCA8A-FB9E-FA52-4DD9-DBA20E088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F9626-66CB-799F-29C6-E2E9410D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67EA-DF95-4BD0-BB05-06A09175C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027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9A98A-CE3A-4241-A1C8-2FFD42430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6EA8C-41ED-3180-13B8-CE730996C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E689F-8F3E-767A-98C4-C7FFDC96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65C2-288F-4FE5-A5D2-36E25B68249F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3DA96-93C7-7CF1-9131-2D819B769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1A633-9D0A-61BC-9C72-693377262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67EA-DF95-4BD0-BB05-06A09175C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055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372AD3-DD3E-E5F0-D4CC-DD28ED6E63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75616C-B253-0188-F2E6-593571796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F4CBE-5DD2-4382-1AE6-BB06B17C5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65C2-288F-4FE5-A5D2-36E25B68249F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FACD1-9D28-FC52-DC44-CAB11F19E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F987D-43D2-A63B-5B45-53532EE39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67EA-DF95-4BD0-BB05-06A09175C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3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D657CE-8ADC-3ED9-C29F-70A8CCEC8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CDCF3-22E4-CE75-BBBE-8245ED8C5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0853A-F810-6EB8-3A8A-67A21F2839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F65C2-288F-4FE5-A5D2-36E25B68249F}" type="datetimeFigureOut">
              <a:rPr lang="en-IN" smtClean="0"/>
              <a:t>02-04-2025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F6243-BB7E-D4DE-74A3-86DACEDCF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5FE2F-647D-01B3-E893-1DB364CAD2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367EA-DF95-4BD0-BB05-06A09175C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358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13" Type="http://schemas.openxmlformats.org/officeDocument/2006/relationships/slide" Target="slide17.xml"/><Relationship Id="rId3" Type="http://schemas.openxmlformats.org/officeDocument/2006/relationships/image" Target="../media/image2.png"/><Relationship Id="rId7" Type="http://schemas.openxmlformats.org/officeDocument/2006/relationships/slide" Target="slide3.xml"/><Relationship Id="rId12" Type="http://schemas.openxmlformats.org/officeDocument/2006/relationships/slide" Target="slide1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11" Type="http://schemas.openxmlformats.org/officeDocument/2006/relationships/slide" Target="slide16.xml"/><Relationship Id="rId5" Type="http://schemas.openxmlformats.org/officeDocument/2006/relationships/slide" Target="slide1.xml"/><Relationship Id="rId10" Type="http://schemas.openxmlformats.org/officeDocument/2006/relationships/slide" Target="slide15.xml"/><Relationship Id="rId4" Type="http://schemas.openxmlformats.org/officeDocument/2006/relationships/image" Target="../media/image3.png"/><Relationship Id="rId9" Type="http://schemas.openxmlformats.org/officeDocument/2006/relationships/slide" Target="slide11.xml"/><Relationship Id="rId14" Type="http://schemas.openxmlformats.org/officeDocument/2006/relationships/slide" Target="slide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13" Type="http://schemas.openxmlformats.org/officeDocument/2006/relationships/slide" Target="slide17.xml"/><Relationship Id="rId3" Type="http://schemas.openxmlformats.org/officeDocument/2006/relationships/image" Target="../media/image4.png"/><Relationship Id="rId7" Type="http://schemas.openxmlformats.org/officeDocument/2006/relationships/slide" Target="slide3.xml"/><Relationship Id="rId12" Type="http://schemas.openxmlformats.org/officeDocument/2006/relationships/slide" Target="slide1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11" Type="http://schemas.openxmlformats.org/officeDocument/2006/relationships/slide" Target="slide16.xml"/><Relationship Id="rId5" Type="http://schemas.openxmlformats.org/officeDocument/2006/relationships/slide" Target="slide1.xml"/><Relationship Id="rId10" Type="http://schemas.openxmlformats.org/officeDocument/2006/relationships/slide" Target="slide15.xml"/><Relationship Id="rId4" Type="http://schemas.openxmlformats.org/officeDocument/2006/relationships/image" Target="../media/image5.png"/><Relationship Id="rId9" Type="http://schemas.openxmlformats.org/officeDocument/2006/relationships/slide" Target="slide11.xml"/><Relationship Id="rId14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slide" Target="slide13.xml"/><Relationship Id="rId3" Type="http://schemas.openxmlformats.org/officeDocument/2006/relationships/slide" Target="slide4.xml"/><Relationship Id="rId7" Type="http://schemas.openxmlformats.org/officeDocument/2006/relationships/slide" Target="slide10.xml"/><Relationship Id="rId12" Type="http://schemas.openxmlformats.org/officeDocument/2006/relationships/slide" Target="slide1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3.xml"/><Relationship Id="rId11" Type="http://schemas.openxmlformats.org/officeDocument/2006/relationships/slide" Target="slide14.xml"/><Relationship Id="rId5" Type="http://schemas.openxmlformats.org/officeDocument/2006/relationships/slide" Target="slide2.xml"/><Relationship Id="rId10" Type="http://schemas.openxmlformats.org/officeDocument/2006/relationships/slide" Target="slide16.xml"/><Relationship Id="rId4" Type="http://schemas.openxmlformats.org/officeDocument/2006/relationships/slide" Target="slide1.xml"/><Relationship Id="rId9" Type="http://schemas.openxmlformats.org/officeDocument/2006/relationships/slide" Target="slide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1.xml"/><Relationship Id="rId18" Type="http://schemas.openxmlformats.org/officeDocument/2006/relationships/slide" Target="slide15.xml"/><Relationship Id="rId3" Type="http://schemas.openxmlformats.org/officeDocument/2006/relationships/slide" Target="slide5.xml"/><Relationship Id="rId21" Type="http://schemas.openxmlformats.org/officeDocument/2006/relationships/slide" Target="slide17.xml"/><Relationship Id="rId7" Type="http://schemas.openxmlformats.org/officeDocument/2006/relationships/slide" Target="slide7.xml"/><Relationship Id="rId12" Type="http://schemas.openxmlformats.org/officeDocument/2006/relationships/image" Target="../media/image10.png"/><Relationship Id="rId17" Type="http://schemas.openxmlformats.org/officeDocument/2006/relationships/slide" Target="slide11.xml"/><Relationship Id="rId2" Type="http://schemas.openxmlformats.org/officeDocument/2006/relationships/image" Target="../media/image1.jpeg"/><Relationship Id="rId16" Type="http://schemas.openxmlformats.org/officeDocument/2006/relationships/slide" Target="slide10.xml"/><Relationship Id="rId20" Type="http://schemas.openxmlformats.org/officeDocument/2006/relationships/slide" Target="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slide" Target="slide9.xml"/><Relationship Id="rId5" Type="http://schemas.openxmlformats.org/officeDocument/2006/relationships/slide" Target="slide6.xml"/><Relationship Id="rId15" Type="http://schemas.openxmlformats.org/officeDocument/2006/relationships/slide" Target="slide3.xml"/><Relationship Id="rId10" Type="http://schemas.openxmlformats.org/officeDocument/2006/relationships/image" Target="../media/image9.png"/><Relationship Id="rId19" Type="http://schemas.openxmlformats.org/officeDocument/2006/relationships/slide" Target="slide16.xml"/><Relationship Id="rId4" Type="http://schemas.openxmlformats.org/officeDocument/2006/relationships/image" Target="../media/image6.png"/><Relationship Id="rId9" Type="http://schemas.openxmlformats.org/officeDocument/2006/relationships/slide" Target="slide8.xml"/><Relationship Id="rId14" Type="http://schemas.openxmlformats.org/officeDocument/2006/relationships/slide" Target="slide2.xml"/><Relationship Id="rId22" Type="http://schemas.openxmlformats.org/officeDocument/2006/relationships/slide" Target="slide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slide" Target="slide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slide" Target="slide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slide" Target="slide8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slide" Target="slide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slide" Target="slide4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slide" Target="slide13.xml"/><Relationship Id="rId3" Type="http://schemas.openxmlformats.org/officeDocument/2006/relationships/slide" Target="slide4.xml"/><Relationship Id="rId7" Type="http://schemas.openxmlformats.org/officeDocument/2006/relationships/slide" Target="slide3.xml"/><Relationship Id="rId12" Type="http://schemas.openxmlformats.org/officeDocument/2006/relationships/slide" Target="slide1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10.xml"/><Relationship Id="rId11" Type="http://schemas.openxmlformats.org/officeDocument/2006/relationships/slide" Target="slide14.xml"/><Relationship Id="rId5" Type="http://schemas.openxmlformats.org/officeDocument/2006/relationships/slide" Target="slide2.xml"/><Relationship Id="rId10" Type="http://schemas.openxmlformats.org/officeDocument/2006/relationships/slide" Target="slide16.xml"/><Relationship Id="rId4" Type="http://schemas.openxmlformats.org/officeDocument/2006/relationships/slide" Target="slide1.xml"/><Relationship Id="rId9" Type="http://schemas.openxmlformats.org/officeDocument/2006/relationships/slide" Target="slide1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slide" Target="slide13.xml"/><Relationship Id="rId3" Type="http://schemas.openxmlformats.org/officeDocument/2006/relationships/slide" Target="slide12.xml"/><Relationship Id="rId7" Type="http://schemas.openxmlformats.org/officeDocument/2006/relationships/slide" Target="slide11.xml"/><Relationship Id="rId12" Type="http://schemas.openxmlformats.org/officeDocument/2006/relationships/slide" Target="slide1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10.xml"/><Relationship Id="rId11" Type="http://schemas.openxmlformats.org/officeDocument/2006/relationships/slide" Target="slide14.xml"/><Relationship Id="rId5" Type="http://schemas.openxmlformats.org/officeDocument/2006/relationships/slide" Target="slide2.xml"/><Relationship Id="rId10" Type="http://schemas.openxmlformats.org/officeDocument/2006/relationships/slide" Target="slide16.xml"/><Relationship Id="rId4" Type="http://schemas.openxmlformats.org/officeDocument/2006/relationships/slide" Target="slide1.xml"/><Relationship Id="rId9" Type="http://schemas.openxmlformats.org/officeDocument/2006/relationships/slide" Target="slide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1.xml"/><Relationship Id="rId7" Type="http://schemas.openxmlformats.org/officeDocument/2006/relationships/slide" Target="slide15.xml"/><Relationship Id="rId12" Type="http://schemas.openxmlformats.org/officeDocument/2006/relationships/slide" Target="slide1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11" Type="http://schemas.openxmlformats.org/officeDocument/2006/relationships/image" Target="../media/image13.png"/><Relationship Id="rId5" Type="http://schemas.openxmlformats.org/officeDocument/2006/relationships/slide" Target="slide10.xml"/><Relationship Id="rId10" Type="http://schemas.openxmlformats.org/officeDocument/2006/relationships/slide" Target="slide3.xml"/><Relationship Id="rId4" Type="http://schemas.openxmlformats.org/officeDocument/2006/relationships/slide" Target="slide2.xml"/><Relationship Id="rId9" Type="http://schemas.openxmlformats.org/officeDocument/2006/relationships/slide" Target="slide1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1.xml"/><Relationship Id="rId7" Type="http://schemas.openxmlformats.org/officeDocument/2006/relationships/slide" Target="slide1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11" Type="http://schemas.openxmlformats.org/officeDocument/2006/relationships/slide" Target="slide3.xml"/><Relationship Id="rId5" Type="http://schemas.openxmlformats.org/officeDocument/2006/relationships/slide" Target="slide10.xml"/><Relationship Id="rId10" Type="http://schemas.openxmlformats.org/officeDocument/2006/relationships/slide" Target="slide14.xml"/><Relationship Id="rId4" Type="http://schemas.openxmlformats.org/officeDocument/2006/relationships/slide" Target="slide2.xml"/><Relationship Id="rId9" Type="http://schemas.openxmlformats.org/officeDocument/2006/relationships/slide" Target="slide1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1.xml"/><Relationship Id="rId7" Type="http://schemas.openxmlformats.org/officeDocument/2006/relationships/slide" Target="slide1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11" Type="http://schemas.openxmlformats.org/officeDocument/2006/relationships/slide" Target="slide17.xml"/><Relationship Id="rId5" Type="http://schemas.openxmlformats.org/officeDocument/2006/relationships/slide" Target="slide10.xml"/><Relationship Id="rId10" Type="http://schemas.openxmlformats.org/officeDocument/2006/relationships/slide" Target="slide16.xml"/><Relationship Id="rId4" Type="http://schemas.openxmlformats.org/officeDocument/2006/relationships/slide" Target="slide2.xml"/><Relationship Id="rId9" Type="http://schemas.openxmlformats.org/officeDocument/2006/relationships/slide" Target="slide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1.xml"/><Relationship Id="rId7" Type="http://schemas.openxmlformats.org/officeDocument/2006/relationships/slide" Target="slide1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11" Type="http://schemas.openxmlformats.org/officeDocument/2006/relationships/slide" Target="slide3.xml"/><Relationship Id="rId5" Type="http://schemas.openxmlformats.org/officeDocument/2006/relationships/slide" Target="slide10.xml"/><Relationship Id="rId10" Type="http://schemas.openxmlformats.org/officeDocument/2006/relationships/slide" Target="slide14.xml"/><Relationship Id="rId4" Type="http://schemas.openxmlformats.org/officeDocument/2006/relationships/slide" Target="slide2.xml"/><Relationship Id="rId9" Type="http://schemas.openxmlformats.org/officeDocument/2006/relationships/slide" Target="slide1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1.xml"/><Relationship Id="rId7" Type="http://schemas.openxmlformats.org/officeDocument/2006/relationships/slide" Target="slide1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11" Type="http://schemas.openxmlformats.org/officeDocument/2006/relationships/slide" Target="slide3.xml"/><Relationship Id="rId5" Type="http://schemas.openxmlformats.org/officeDocument/2006/relationships/slide" Target="slide10.xml"/><Relationship Id="rId10" Type="http://schemas.openxmlformats.org/officeDocument/2006/relationships/slide" Target="slide14.xml"/><Relationship Id="rId4" Type="http://schemas.openxmlformats.org/officeDocument/2006/relationships/slide" Target="slide2.xml"/><Relationship Id="rId9" Type="http://schemas.openxmlformats.org/officeDocument/2006/relationships/slide" Target="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BEE28C86-20DB-0ED3-103E-4B7A64305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49"/>
            <a:ext cx="12192000" cy="8867513"/>
          </a:xfrm>
          <a:prstGeom prst="rect">
            <a:avLst/>
          </a:prstGeom>
        </p:spPr>
      </p:pic>
      <p:sp>
        <p:nvSpPr>
          <p:cNvPr id="75" name="Oval 74">
            <a:extLst>
              <a:ext uri="{FF2B5EF4-FFF2-40B4-BE49-F238E27FC236}">
                <a16:creationId xmlns:a16="http://schemas.microsoft.com/office/drawing/2014/main" id="{D2FCAA4C-4A6C-ABFB-1CF4-5AF045965324}"/>
              </a:ext>
            </a:extLst>
          </p:cNvPr>
          <p:cNvSpPr/>
          <p:nvPr/>
        </p:nvSpPr>
        <p:spPr>
          <a:xfrm>
            <a:off x="-3075755" y="-1072102"/>
            <a:ext cx="8114164" cy="8114164"/>
          </a:xfrm>
          <a:prstGeom prst="ellipse">
            <a:avLst/>
          </a:prstGeom>
          <a:blipFill dpi="0" rotWithShape="1">
            <a:blip r:embed="rId3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77EF45-E6E2-3952-9CA5-59A7BF35EE5E}"/>
              </a:ext>
            </a:extLst>
          </p:cNvPr>
          <p:cNvSpPr txBox="1"/>
          <p:nvPr/>
        </p:nvSpPr>
        <p:spPr>
          <a:xfrm>
            <a:off x="1750644" y="1476113"/>
            <a:ext cx="86907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>
                <a:ln w="41275" cap="flat" cmpd="sng">
                  <a:noFill/>
                  <a:round/>
                </a:ln>
                <a:solidFill>
                  <a:schemeClr val="accent5">
                    <a:lumMod val="75000"/>
                  </a:schemeClr>
                </a:solidFill>
                <a:latin typeface="Swis721 Hv BT" panose="020B0804020202020204" pitchFamily="34" charset="0"/>
              </a:rPr>
              <a:t>DUPLICATE FILE </a:t>
            </a:r>
            <a:r>
              <a:rPr lang="en-US" sz="4800" dirty="0">
                <a:ln w="41275" cap="flat" cmpd="sng">
                  <a:noFill/>
                  <a:round/>
                </a:ln>
                <a:solidFill>
                  <a:srgbClr val="E95420"/>
                </a:solidFill>
                <a:latin typeface="Swis721 Hv BT" panose="020B0804020202020204" pitchFamily="34" charset="0"/>
              </a:rPr>
              <a:t>REMOVER</a:t>
            </a:r>
            <a:endParaRPr lang="en-IN" sz="4800" dirty="0">
              <a:ln w="41275" cap="flat" cmpd="sng">
                <a:noFill/>
                <a:round/>
              </a:ln>
              <a:solidFill>
                <a:srgbClr val="E95420"/>
              </a:solidFill>
              <a:latin typeface="Swis721 Hv BT" panose="020B08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4BD3B3-3B31-32F1-145D-DCDA110139F7}"/>
              </a:ext>
            </a:extLst>
          </p:cNvPr>
          <p:cNvSpPr txBox="1"/>
          <p:nvPr/>
        </p:nvSpPr>
        <p:spPr>
          <a:xfrm>
            <a:off x="3578227" y="2208615"/>
            <a:ext cx="5035546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dirty="0">
                <a:solidFill>
                  <a:srgbClr val="2C2C2C"/>
                </a:solidFill>
              </a:rPr>
              <a:t>Efficiently Clean Your Storage</a:t>
            </a:r>
            <a:endParaRPr lang="en-IN" sz="3200" dirty="0">
              <a:solidFill>
                <a:srgbClr val="2C2C2C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ECFC20D-4E9B-EEF0-01FD-062B4A904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084101"/>
              </p:ext>
            </p:extLst>
          </p:nvPr>
        </p:nvGraphicFramePr>
        <p:xfrm>
          <a:off x="1809636" y="3429000"/>
          <a:ext cx="5273368" cy="1450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991">
                  <a:extLst>
                    <a:ext uri="{9D8B030D-6E8A-4147-A177-3AD203B41FA5}">
                      <a16:colId xmlns:a16="http://schemas.microsoft.com/office/drawing/2014/main" val="823723021"/>
                    </a:ext>
                  </a:extLst>
                </a:gridCol>
                <a:gridCol w="3801377">
                  <a:extLst>
                    <a:ext uri="{9D8B030D-6E8A-4147-A177-3AD203B41FA5}">
                      <a16:colId xmlns:a16="http://schemas.microsoft.com/office/drawing/2014/main" val="1800209663"/>
                    </a:ext>
                  </a:extLst>
                </a:gridCol>
              </a:tblGrid>
              <a:tr h="399422">
                <a:tc>
                  <a:txBody>
                    <a:bodyPr/>
                    <a:lstStyle/>
                    <a:p>
                      <a:pPr algn="ctr"/>
                      <a:r>
                        <a:rPr lang="en-IN" sz="1700" b="1" dirty="0"/>
                        <a:t>Roll No. </a:t>
                      </a:r>
                    </a:p>
                  </a:txBody>
                  <a:tcPr marT="41564" marB="4156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1" dirty="0"/>
                        <a:t>Name</a:t>
                      </a:r>
                    </a:p>
                  </a:txBody>
                  <a:tcPr marT="41564" marB="41564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923718"/>
                  </a:ext>
                </a:extLst>
              </a:tr>
              <a:tr h="345253">
                <a:tc>
                  <a:txBody>
                    <a:bodyPr/>
                    <a:lstStyle/>
                    <a:p>
                      <a:pPr algn="ctr"/>
                      <a:r>
                        <a:rPr lang="en-IN" sz="1700" b="1" dirty="0">
                          <a:solidFill>
                            <a:srgbClr val="3D3D3D"/>
                          </a:solidFill>
                        </a:rPr>
                        <a:t>71229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1" dirty="0">
                          <a:solidFill>
                            <a:srgbClr val="3D3D3D"/>
                          </a:solidFill>
                        </a:rPr>
                        <a:t>Shaikh Sohail Chand </a:t>
                      </a:r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52585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700" b="1" dirty="0">
                          <a:solidFill>
                            <a:srgbClr val="3D3D3D"/>
                          </a:solidFill>
                        </a:rPr>
                        <a:t>71226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1" dirty="0">
                          <a:solidFill>
                            <a:srgbClr val="3D3D3D"/>
                          </a:solidFill>
                        </a:rPr>
                        <a:t>Shinde Pratik Chandrakant </a:t>
                      </a:r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1202776740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 algn="ctr"/>
                      <a:r>
                        <a:rPr lang="en-IN" sz="1700" b="1" dirty="0">
                          <a:solidFill>
                            <a:srgbClr val="3D3D3D"/>
                          </a:solidFill>
                        </a:rPr>
                        <a:t>71228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1" dirty="0">
                          <a:solidFill>
                            <a:srgbClr val="3D3D3D"/>
                          </a:solidFill>
                        </a:rPr>
                        <a:t>Rasal Dipak Barku </a:t>
                      </a:r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330759886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AD0CF66-ABE4-5F45-1600-330FEE39E6F2}"/>
              </a:ext>
            </a:extLst>
          </p:cNvPr>
          <p:cNvSpPr txBox="1"/>
          <p:nvPr/>
        </p:nvSpPr>
        <p:spPr>
          <a:xfrm>
            <a:off x="1750644" y="2984980"/>
            <a:ext cx="1814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Group Details: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C1D027-4928-88A9-465C-89A38738F6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6265" y="2625148"/>
            <a:ext cx="3085091" cy="308509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9B7CA7-229E-E7BA-1142-8C17A9F08E1C}"/>
              </a:ext>
            </a:extLst>
          </p:cNvPr>
          <p:cNvSpPr txBox="1"/>
          <p:nvPr/>
        </p:nvSpPr>
        <p:spPr>
          <a:xfrm>
            <a:off x="6261493" y="5379783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u="sng" dirty="0">
                <a:solidFill>
                  <a:schemeClr val="bg1"/>
                </a:solidFill>
              </a:rPr>
              <a:t>Frontend Code Overview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C6BB6F4-BBC7-90B1-DCB7-38BF0562BA52}"/>
              </a:ext>
            </a:extLst>
          </p:cNvPr>
          <p:cNvSpPr/>
          <p:nvPr/>
        </p:nvSpPr>
        <p:spPr>
          <a:xfrm>
            <a:off x="-2054860" y="5967880"/>
            <a:ext cx="16301720" cy="1275496"/>
          </a:xfrm>
          <a:prstGeom prst="ellipse">
            <a:avLst/>
          </a:prstGeom>
          <a:gradFill flip="none" rotWithShape="1">
            <a:gsLst>
              <a:gs pos="0">
                <a:srgbClr val="212121"/>
              </a:gs>
              <a:gs pos="100000">
                <a:srgbClr val="00B0F0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>
            <a:hlinkClick r:id="rId5" action="ppaction://hlinksldjump"/>
            <a:extLst>
              <a:ext uri="{FF2B5EF4-FFF2-40B4-BE49-F238E27FC236}">
                <a16:creationId xmlns:a16="http://schemas.microsoft.com/office/drawing/2014/main" id="{54B41C22-77D0-B39D-C0C8-377EC81EE9F5}"/>
              </a:ext>
            </a:extLst>
          </p:cNvPr>
          <p:cNvSpPr txBox="1"/>
          <p:nvPr/>
        </p:nvSpPr>
        <p:spPr>
          <a:xfrm>
            <a:off x="1777753" y="5922161"/>
            <a:ext cx="1334596" cy="369332"/>
          </a:xfrm>
          <a:prstGeom prst="rect">
            <a:avLst/>
          </a:prstGeom>
          <a:solidFill>
            <a:srgbClr val="E9542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HOME PAGE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F36C0DA-FA2C-D4FF-DB97-041C939AAA7E}"/>
              </a:ext>
            </a:extLst>
          </p:cNvPr>
          <p:cNvCxnSpPr>
            <a:cxnSpLocks/>
          </p:cNvCxnSpPr>
          <p:nvPr/>
        </p:nvCxnSpPr>
        <p:spPr>
          <a:xfrm>
            <a:off x="3158205" y="6103509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hlinkClick r:id="rId6" action="ppaction://hlinksldjump"/>
            <a:extLst>
              <a:ext uri="{FF2B5EF4-FFF2-40B4-BE49-F238E27FC236}">
                <a16:creationId xmlns:a16="http://schemas.microsoft.com/office/drawing/2014/main" id="{D22E6AA4-E1BF-3FCD-2D46-016139F68250}"/>
              </a:ext>
            </a:extLst>
          </p:cNvPr>
          <p:cNvSpPr txBox="1"/>
          <p:nvPr/>
        </p:nvSpPr>
        <p:spPr>
          <a:xfrm>
            <a:off x="3251442" y="5922161"/>
            <a:ext cx="1352230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Introduction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5BE1BFE-F607-7BD2-FB2C-D600FEAEC383}"/>
              </a:ext>
            </a:extLst>
          </p:cNvPr>
          <p:cNvCxnSpPr>
            <a:cxnSpLocks/>
          </p:cNvCxnSpPr>
          <p:nvPr/>
        </p:nvCxnSpPr>
        <p:spPr>
          <a:xfrm>
            <a:off x="4649528" y="6103509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hlinkClick r:id="rId7" action="ppaction://hlinksldjump"/>
            <a:extLst>
              <a:ext uri="{FF2B5EF4-FFF2-40B4-BE49-F238E27FC236}">
                <a16:creationId xmlns:a16="http://schemas.microsoft.com/office/drawing/2014/main" id="{B09CA76A-D6B5-EF4D-F9B8-FF5A4B1BF0BB}"/>
              </a:ext>
            </a:extLst>
          </p:cNvPr>
          <p:cNvSpPr txBox="1"/>
          <p:nvPr/>
        </p:nvSpPr>
        <p:spPr>
          <a:xfrm>
            <a:off x="4742764" y="5922161"/>
            <a:ext cx="144475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How It Works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F22A68A-B0C5-EFDD-AF77-02B507A64C17}"/>
              </a:ext>
            </a:extLst>
          </p:cNvPr>
          <p:cNvCxnSpPr>
            <a:cxnSpLocks/>
          </p:cNvCxnSpPr>
          <p:nvPr/>
        </p:nvCxnSpPr>
        <p:spPr>
          <a:xfrm>
            <a:off x="6225951" y="6100191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hlinkClick r:id="rId8" action="ppaction://hlinksldjump"/>
            <a:extLst>
              <a:ext uri="{FF2B5EF4-FFF2-40B4-BE49-F238E27FC236}">
                <a16:creationId xmlns:a16="http://schemas.microsoft.com/office/drawing/2014/main" id="{07034ACC-D1DD-87BF-3965-FA1D3EEB7715}"/>
              </a:ext>
            </a:extLst>
          </p:cNvPr>
          <p:cNvSpPr txBox="1"/>
          <p:nvPr/>
        </p:nvSpPr>
        <p:spPr>
          <a:xfrm>
            <a:off x="6319187" y="5918843"/>
            <a:ext cx="2518638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Frontend Code Overview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AE8B85B-BDAD-1657-2608-1126460E1F03}"/>
              </a:ext>
            </a:extLst>
          </p:cNvPr>
          <p:cNvCxnSpPr>
            <a:cxnSpLocks/>
          </p:cNvCxnSpPr>
          <p:nvPr/>
        </p:nvCxnSpPr>
        <p:spPr>
          <a:xfrm>
            <a:off x="8876257" y="6096873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hlinkClick r:id="rId9" action="ppaction://hlinksldjump"/>
            <a:extLst>
              <a:ext uri="{FF2B5EF4-FFF2-40B4-BE49-F238E27FC236}">
                <a16:creationId xmlns:a16="http://schemas.microsoft.com/office/drawing/2014/main" id="{DDD49DDB-F1F3-9D74-BDA5-32CB65C94212}"/>
              </a:ext>
            </a:extLst>
          </p:cNvPr>
          <p:cNvSpPr txBox="1"/>
          <p:nvPr/>
        </p:nvSpPr>
        <p:spPr>
          <a:xfrm>
            <a:off x="8969493" y="5915525"/>
            <a:ext cx="144475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JSON Data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ABCDD2B-04EC-01F1-1A2A-C76EECB8450F}"/>
              </a:ext>
            </a:extLst>
          </p:cNvPr>
          <p:cNvSpPr txBox="1"/>
          <p:nvPr/>
        </p:nvSpPr>
        <p:spPr>
          <a:xfrm>
            <a:off x="1750643" y="4947233"/>
            <a:ext cx="2130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Date : 22/03/2025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543AF31-EE5F-0A19-A2C8-F6CAEA81EC47}"/>
              </a:ext>
            </a:extLst>
          </p:cNvPr>
          <p:cNvCxnSpPr>
            <a:cxnSpLocks/>
          </p:cNvCxnSpPr>
          <p:nvPr/>
        </p:nvCxnSpPr>
        <p:spPr>
          <a:xfrm>
            <a:off x="4937503" y="6605550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hlinkClick r:id="rId10" action="ppaction://hlinksldjump"/>
            <a:extLst>
              <a:ext uri="{FF2B5EF4-FFF2-40B4-BE49-F238E27FC236}">
                <a16:creationId xmlns:a16="http://schemas.microsoft.com/office/drawing/2014/main" id="{F7C2D91A-2BFA-70AC-292A-BADA190ACE70}"/>
              </a:ext>
            </a:extLst>
          </p:cNvPr>
          <p:cNvSpPr txBox="1"/>
          <p:nvPr/>
        </p:nvSpPr>
        <p:spPr>
          <a:xfrm>
            <a:off x="5030739" y="6424202"/>
            <a:ext cx="1334597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Benefits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9DE064-5DB2-5E2D-1619-955A4FD3572A}"/>
              </a:ext>
            </a:extLst>
          </p:cNvPr>
          <p:cNvCxnSpPr>
            <a:cxnSpLocks/>
          </p:cNvCxnSpPr>
          <p:nvPr/>
        </p:nvCxnSpPr>
        <p:spPr>
          <a:xfrm>
            <a:off x="6404353" y="6602232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hlinkClick r:id="rId11" action="ppaction://hlinksldjump"/>
            <a:extLst>
              <a:ext uri="{FF2B5EF4-FFF2-40B4-BE49-F238E27FC236}">
                <a16:creationId xmlns:a16="http://schemas.microsoft.com/office/drawing/2014/main" id="{CD7B742A-6CB0-B458-6070-CAAED2D076F1}"/>
              </a:ext>
            </a:extLst>
          </p:cNvPr>
          <p:cNvSpPr txBox="1"/>
          <p:nvPr/>
        </p:nvSpPr>
        <p:spPr>
          <a:xfrm>
            <a:off x="6497589" y="6420884"/>
            <a:ext cx="2285456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Future Enhancements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47B8920-EB82-2320-295C-618394FE13AE}"/>
              </a:ext>
            </a:extLst>
          </p:cNvPr>
          <p:cNvCxnSpPr>
            <a:cxnSpLocks/>
          </p:cNvCxnSpPr>
          <p:nvPr/>
        </p:nvCxnSpPr>
        <p:spPr>
          <a:xfrm>
            <a:off x="8832429" y="6602232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8D2A25C-40F4-3BBC-E508-09EFD603A551}"/>
              </a:ext>
            </a:extLst>
          </p:cNvPr>
          <p:cNvCxnSpPr>
            <a:cxnSpLocks/>
          </p:cNvCxnSpPr>
          <p:nvPr/>
        </p:nvCxnSpPr>
        <p:spPr>
          <a:xfrm>
            <a:off x="3423028" y="6602232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hlinkClick r:id="rId12" action="ppaction://hlinksldjump"/>
            <a:extLst>
              <a:ext uri="{FF2B5EF4-FFF2-40B4-BE49-F238E27FC236}">
                <a16:creationId xmlns:a16="http://schemas.microsoft.com/office/drawing/2014/main" id="{08E2211B-B6B8-95BC-27F2-55AA4E1DA4DC}"/>
              </a:ext>
            </a:extLst>
          </p:cNvPr>
          <p:cNvSpPr txBox="1"/>
          <p:nvPr/>
        </p:nvSpPr>
        <p:spPr>
          <a:xfrm>
            <a:off x="3520311" y="6417566"/>
            <a:ext cx="137817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Key Features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5602F83-F02E-DEAF-F2F3-167D81EE7701}"/>
              </a:ext>
            </a:extLst>
          </p:cNvPr>
          <p:cNvCxnSpPr>
            <a:cxnSpLocks/>
          </p:cNvCxnSpPr>
          <p:nvPr/>
        </p:nvCxnSpPr>
        <p:spPr>
          <a:xfrm>
            <a:off x="4937503" y="6605550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2576F2D-77DB-6D1F-E653-94E098543056}"/>
              </a:ext>
            </a:extLst>
          </p:cNvPr>
          <p:cNvCxnSpPr>
            <a:cxnSpLocks/>
          </p:cNvCxnSpPr>
          <p:nvPr/>
        </p:nvCxnSpPr>
        <p:spPr>
          <a:xfrm>
            <a:off x="6404353" y="6602232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3DB0CA0-6423-4563-A67E-3A7F42D2DE77}"/>
              </a:ext>
            </a:extLst>
          </p:cNvPr>
          <p:cNvCxnSpPr>
            <a:cxnSpLocks/>
          </p:cNvCxnSpPr>
          <p:nvPr/>
        </p:nvCxnSpPr>
        <p:spPr>
          <a:xfrm>
            <a:off x="8832429" y="6602232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F982732-8130-A120-623B-20795F02E137}"/>
              </a:ext>
            </a:extLst>
          </p:cNvPr>
          <p:cNvCxnSpPr>
            <a:cxnSpLocks/>
          </p:cNvCxnSpPr>
          <p:nvPr/>
        </p:nvCxnSpPr>
        <p:spPr>
          <a:xfrm>
            <a:off x="3423028" y="6602232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hlinkClick r:id="rId13" action="ppaction://hlinksldjump"/>
            <a:extLst>
              <a:ext uri="{FF2B5EF4-FFF2-40B4-BE49-F238E27FC236}">
                <a16:creationId xmlns:a16="http://schemas.microsoft.com/office/drawing/2014/main" id="{FA369E22-CA7B-5CBE-675F-D32C2687B5BD}"/>
              </a:ext>
            </a:extLst>
          </p:cNvPr>
          <p:cNvSpPr txBox="1"/>
          <p:nvPr/>
        </p:nvSpPr>
        <p:spPr>
          <a:xfrm>
            <a:off x="8925665" y="6420884"/>
            <a:ext cx="126164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20" name="TextBox 19">
            <a:hlinkClick r:id="rId14" action="ppaction://hlinksldjump"/>
            <a:extLst>
              <a:ext uri="{FF2B5EF4-FFF2-40B4-BE49-F238E27FC236}">
                <a16:creationId xmlns:a16="http://schemas.microsoft.com/office/drawing/2014/main" id="{0760075C-89AC-8490-D193-9BDF513DCB78}"/>
              </a:ext>
            </a:extLst>
          </p:cNvPr>
          <p:cNvSpPr txBox="1"/>
          <p:nvPr/>
        </p:nvSpPr>
        <p:spPr>
          <a:xfrm>
            <a:off x="1963848" y="6424202"/>
            <a:ext cx="137817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ER-Diagram</a:t>
            </a:r>
          </a:p>
        </p:txBody>
      </p:sp>
    </p:spTree>
    <p:extLst>
      <p:ext uri="{BB962C8B-B14F-4D97-AF65-F5344CB8AC3E}">
        <p14:creationId xmlns:p14="http://schemas.microsoft.com/office/powerpoint/2010/main" val="369540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7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4E9167B-E074-2BEE-DE46-45BE18C92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49"/>
            <a:ext cx="12192000" cy="886751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A5122486-81C6-8081-D7EA-BC1F2B89D5EA}"/>
              </a:ext>
            </a:extLst>
          </p:cNvPr>
          <p:cNvSpPr/>
          <p:nvPr/>
        </p:nvSpPr>
        <p:spPr>
          <a:xfrm>
            <a:off x="-2054860" y="5967880"/>
            <a:ext cx="16301720" cy="1275496"/>
          </a:xfrm>
          <a:prstGeom prst="ellipse">
            <a:avLst/>
          </a:prstGeom>
          <a:gradFill flip="none" rotWithShape="1">
            <a:gsLst>
              <a:gs pos="0">
                <a:srgbClr val="212121"/>
              </a:gs>
              <a:gs pos="100000">
                <a:srgbClr val="00B0F0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93120A-851B-76F0-A13A-A08F9DE5C686}"/>
              </a:ext>
            </a:extLst>
          </p:cNvPr>
          <p:cNvSpPr txBox="1"/>
          <p:nvPr/>
        </p:nvSpPr>
        <p:spPr>
          <a:xfrm>
            <a:off x="2270273" y="1350165"/>
            <a:ext cx="7651454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Swis721 Hv BT" panose="020B0804020202020204" pitchFamily="34" charset="0"/>
              </a:rPr>
              <a:t>What is Duplicate File Remover?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Swis721 Hv BT" panose="020B08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77CF6B-FE83-A8AF-49EB-14341F939862}"/>
              </a:ext>
            </a:extLst>
          </p:cNvPr>
          <p:cNvSpPr txBox="1"/>
          <p:nvPr/>
        </p:nvSpPr>
        <p:spPr>
          <a:xfrm>
            <a:off x="2270273" y="2123168"/>
            <a:ext cx="65094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- A tool to identify and remove duplicate files from a computer </a:t>
            </a:r>
          </a:p>
          <a:p>
            <a:r>
              <a:rPr lang="en-US" dirty="0"/>
              <a:t>   or storage device. </a:t>
            </a:r>
          </a:p>
          <a:p>
            <a:r>
              <a:rPr lang="en-US" dirty="0"/>
              <a:t> - Helps free up disk space by deleting unnecessary duplicate files.   </a:t>
            </a:r>
          </a:p>
          <a:p>
            <a:r>
              <a:rPr lang="en-US" dirty="0"/>
              <a:t> - Improves system performance and organization.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F8F92F-1579-B889-86CC-4619656BB8A3}"/>
              </a:ext>
            </a:extLst>
          </p:cNvPr>
          <p:cNvSpPr/>
          <p:nvPr/>
        </p:nvSpPr>
        <p:spPr>
          <a:xfrm>
            <a:off x="2417709" y="1996496"/>
            <a:ext cx="735658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ECC85C-3C57-BAFC-D874-B3ABBCADCB58}"/>
              </a:ext>
            </a:extLst>
          </p:cNvPr>
          <p:cNvSpPr txBox="1"/>
          <p:nvPr/>
        </p:nvSpPr>
        <p:spPr>
          <a:xfrm>
            <a:off x="2417709" y="3499389"/>
            <a:ext cx="4098558" cy="1200329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- Features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:   </a:t>
            </a:r>
          </a:p>
          <a:p>
            <a:r>
              <a:rPr lang="en-US" dirty="0"/>
              <a:t>    - Scan folders for duplicates.   </a:t>
            </a:r>
          </a:p>
          <a:p>
            <a:r>
              <a:rPr lang="en-US" dirty="0"/>
              <a:t>    - Delete duplicates with a single click.    </a:t>
            </a:r>
          </a:p>
          <a:p>
            <a:r>
              <a:rPr lang="en-US" dirty="0"/>
              <a:t>    - Save deletion history in JSON format.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27212D4-3359-97CF-CD07-3A4306EAC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8685" y="3256183"/>
            <a:ext cx="1749804" cy="174980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3D3F1FE-FF9D-4EC8-6D42-65EC789E65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2324" y="3081635"/>
            <a:ext cx="2020261" cy="2020261"/>
          </a:xfrm>
          <a:prstGeom prst="rect">
            <a:avLst/>
          </a:prstGeom>
        </p:spPr>
      </p:pic>
      <p:sp>
        <p:nvSpPr>
          <p:cNvPr id="2" name="TextBox 1">
            <a:hlinkClick r:id="rId5" action="ppaction://hlinksldjump"/>
            <a:extLst>
              <a:ext uri="{FF2B5EF4-FFF2-40B4-BE49-F238E27FC236}">
                <a16:creationId xmlns:a16="http://schemas.microsoft.com/office/drawing/2014/main" id="{75434DE0-0D4A-EDF2-70BD-24C0B61C7508}"/>
              </a:ext>
            </a:extLst>
          </p:cNvPr>
          <p:cNvSpPr txBox="1"/>
          <p:nvPr/>
        </p:nvSpPr>
        <p:spPr>
          <a:xfrm>
            <a:off x="1777753" y="5922161"/>
            <a:ext cx="1334596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HOME PAGE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E598E9B-4D5D-0B68-BBA9-8D645F19CFBB}"/>
              </a:ext>
            </a:extLst>
          </p:cNvPr>
          <p:cNvCxnSpPr>
            <a:cxnSpLocks/>
          </p:cNvCxnSpPr>
          <p:nvPr/>
        </p:nvCxnSpPr>
        <p:spPr>
          <a:xfrm>
            <a:off x="3158205" y="6103509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hlinkClick r:id="rId6" action="ppaction://hlinksldjump"/>
            <a:extLst>
              <a:ext uri="{FF2B5EF4-FFF2-40B4-BE49-F238E27FC236}">
                <a16:creationId xmlns:a16="http://schemas.microsoft.com/office/drawing/2014/main" id="{697D8F7F-6CEB-0AA6-B367-4940FE50403B}"/>
              </a:ext>
            </a:extLst>
          </p:cNvPr>
          <p:cNvSpPr txBox="1"/>
          <p:nvPr/>
        </p:nvSpPr>
        <p:spPr>
          <a:xfrm>
            <a:off x="3251442" y="5922161"/>
            <a:ext cx="1352230" cy="369332"/>
          </a:xfrm>
          <a:prstGeom prst="rect">
            <a:avLst/>
          </a:prstGeom>
          <a:solidFill>
            <a:srgbClr val="E9542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Introduction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F07B2BE-6E54-089B-65B5-0C39FB69D31C}"/>
              </a:ext>
            </a:extLst>
          </p:cNvPr>
          <p:cNvCxnSpPr>
            <a:cxnSpLocks/>
          </p:cNvCxnSpPr>
          <p:nvPr/>
        </p:nvCxnSpPr>
        <p:spPr>
          <a:xfrm>
            <a:off x="4649528" y="6103509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hlinkClick r:id="rId7" action="ppaction://hlinksldjump"/>
            <a:extLst>
              <a:ext uri="{FF2B5EF4-FFF2-40B4-BE49-F238E27FC236}">
                <a16:creationId xmlns:a16="http://schemas.microsoft.com/office/drawing/2014/main" id="{5EF5E037-B5B8-AB15-660C-F62B155749BF}"/>
              </a:ext>
            </a:extLst>
          </p:cNvPr>
          <p:cNvSpPr txBox="1"/>
          <p:nvPr/>
        </p:nvSpPr>
        <p:spPr>
          <a:xfrm>
            <a:off x="4742764" y="5922161"/>
            <a:ext cx="144475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How It Works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850EDA6-7868-43B0-9720-C2814B9EA448}"/>
              </a:ext>
            </a:extLst>
          </p:cNvPr>
          <p:cNvCxnSpPr>
            <a:cxnSpLocks/>
          </p:cNvCxnSpPr>
          <p:nvPr/>
        </p:nvCxnSpPr>
        <p:spPr>
          <a:xfrm>
            <a:off x="6225951" y="6100191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hlinkClick r:id="rId8" action="ppaction://hlinksldjump"/>
            <a:extLst>
              <a:ext uri="{FF2B5EF4-FFF2-40B4-BE49-F238E27FC236}">
                <a16:creationId xmlns:a16="http://schemas.microsoft.com/office/drawing/2014/main" id="{D3B49A4B-98CA-4F40-9705-06828E2045E2}"/>
              </a:ext>
            </a:extLst>
          </p:cNvPr>
          <p:cNvSpPr txBox="1"/>
          <p:nvPr/>
        </p:nvSpPr>
        <p:spPr>
          <a:xfrm>
            <a:off x="6319187" y="5918843"/>
            <a:ext cx="2518638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Frontend Code Overview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EEDC25D-A17A-2B50-D8F2-22D26B91478F}"/>
              </a:ext>
            </a:extLst>
          </p:cNvPr>
          <p:cNvCxnSpPr>
            <a:cxnSpLocks/>
          </p:cNvCxnSpPr>
          <p:nvPr/>
        </p:nvCxnSpPr>
        <p:spPr>
          <a:xfrm>
            <a:off x="8876257" y="6096873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hlinkClick r:id="rId9" action="ppaction://hlinksldjump"/>
            <a:extLst>
              <a:ext uri="{FF2B5EF4-FFF2-40B4-BE49-F238E27FC236}">
                <a16:creationId xmlns:a16="http://schemas.microsoft.com/office/drawing/2014/main" id="{D6F1C205-3F4D-9C00-0AFC-6FE134E33C03}"/>
              </a:ext>
            </a:extLst>
          </p:cNvPr>
          <p:cNvSpPr txBox="1"/>
          <p:nvPr/>
        </p:nvSpPr>
        <p:spPr>
          <a:xfrm>
            <a:off x="8969493" y="5915525"/>
            <a:ext cx="144475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JSON Data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F83831-785A-1832-6705-DF8F20F26B02}"/>
              </a:ext>
            </a:extLst>
          </p:cNvPr>
          <p:cNvCxnSpPr>
            <a:cxnSpLocks/>
          </p:cNvCxnSpPr>
          <p:nvPr/>
        </p:nvCxnSpPr>
        <p:spPr>
          <a:xfrm>
            <a:off x="4937503" y="6605550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hlinkClick r:id="rId10" action="ppaction://hlinksldjump"/>
            <a:extLst>
              <a:ext uri="{FF2B5EF4-FFF2-40B4-BE49-F238E27FC236}">
                <a16:creationId xmlns:a16="http://schemas.microsoft.com/office/drawing/2014/main" id="{6C2E71A7-4D78-574B-818D-94A1E17B1B6B}"/>
              </a:ext>
            </a:extLst>
          </p:cNvPr>
          <p:cNvSpPr txBox="1"/>
          <p:nvPr/>
        </p:nvSpPr>
        <p:spPr>
          <a:xfrm>
            <a:off x="5030739" y="6424202"/>
            <a:ext cx="1334597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Benefits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80CEE65-FEFA-8CE1-E05F-2747AD14EBC4}"/>
              </a:ext>
            </a:extLst>
          </p:cNvPr>
          <p:cNvCxnSpPr>
            <a:cxnSpLocks/>
          </p:cNvCxnSpPr>
          <p:nvPr/>
        </p:nvCxnSpPr>
        <p:spPr>
          <a:xfrm>
            <a:off x="6404353" y="6602232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hlinkClick r:id="rId11" action="ppaction://hlinksldjump"/>
            <a:extLst>
              <a:ext uri="{FF2B5EF4-FFF2-40B4-BE49-F238E27FC236}">
                <a16:creationId xmlns:a16="http://schemas.microsoft.com/office/drawing/2014/main" id="{9C6C851D-0C6A-3958-182D-8DAD2B7588CD}"/>
              </a:ext>
            </a:extLst>
          </p:cNvPr>
          <p:cNvSpPr txBox="1"/>
          <p:nvPr/>
        </p:nvSpPr>
        <p:spPr>
          <a:xfrm>
            <a:off x="6497589" y="6420884"/>
            <a:ext cx="2285456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Future Enhancements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AD0A73B-86EA-5175-A929-EC27F367B057}"/>
              </a:ext>
            </a:extLst>
          </p:cNvPr>
          <p:cNvCxnSpPr>
            <a:cxnSpLocks/>
          </p:cNvCxnSpPr>
          <p:nvPr/>
        </p:nvCxnSpPr>
        <p:spPr>
          <a:xfrm>
            <a:off x="8832429" y="6602232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CD4268E-850D-F30D-22B7-F4ACFF3292FB}"/>
              </a:ext>
            </a:extLst>
          </p:cNvPr>
          <p:cNvCxnSpPr>
            <a:cxnSpLocks/>
          </p:cNvCxnSpPr>
          <p:nvPr/>
        </p:nvCxnSpPr>
        <p:spPr>
          <a:xfrm>
            <a:off x="3423028" y="6602232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hlinkClick r:id="rId12" action="ppaction://hlinksldjump"/>
            <a:extLst>
              <a:ext uri="{FF2B5EF4-FFF2-40B4-BE49-F238E27FC236}">
                <a16:creationId xmlns:a16="http://schemas.microsoft.com/office/drawing/2014/main" id="{A2A657DB-FC91-8FA1-111A-8C536990E950}"/>
              </a:ext>
            </a:extLst>
          </p:cNvPr>
          <p:cNvSpPr txBox="1"/>
          <p:nvPr/>
        </p:nvSpPr>
        <p:spPr>
          <a:xfrm>
            <a:off x="3520311" y="6417566"/>
            <a:ext cx="137817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Key Features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F44267F-68E7-6771-7ACE-217637A062E2}"/>
              </a:ext>
            </a:extLst>
          </p:cNvPr>
          <p:cNvCxnSpPr>
            <a:cxnSpLocks/>
          </p:cNvCxnSpPr>
          <p:nvPr/>
        </p:nvCxnSpPr>
        <p:spPr>
          <a:xfrm>
            <a:off x="4937503" y="6605550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8F87A22-E3E3-2F9B-9361-F1F28AEA3647}"/>
              </a:ext>
            </a:extLst>
          </p:cNvPr>
          <p:cNvCxnSpPr>
            <a:cxnSpLocks/>
          </p:cNvCxnSpPr>
          <p:nvPr/>
        </p:nvCxnSpPr>
        <p:spPr>
          <a:xfrm>
            <a:off x="6404353" y="6602232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3580251-C62F-04E9-C44B-2501BDEFB079}"/>
              </a:ext>
            </a:extLst>
          </p:cNvPr>
          <p:cNvCxnSpPr>
            <a:cxnSpLocks/>
          </p:cNvCxnSpPr>
          <p:nvPr/>
        </p:nvCxnSpPr>
        <p:spPr>
          <a:xfrm>
            <a:off x="8832429" y="6602232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AC66155-96C0-0C0C-2AE6-0F9AB862D4CF}"/>
              </a:ext>
            </a:extLst>
          </p:cNvPr>
          <p:cNvCxnSpPr>
            <a:cxnSpLocks/>
          </p:cNvCxnSpPr>
          <p:nvPr/>
        </p:nvCxnSpPr>
        <p:spPr>
          <a:xfrm>
            <a:off x="3423028" y="6602232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hlinkClick r:id="rId13" action="ppaction://hlinksldjump"/>
            <a:extLst>
              <a:ext uri="{FF2B5EF4-FFF2-40B4-BE49-F238E27FC236}">
                <a16:creationId xmlns:a16="http://schemas.microsoft.com/office/drawing/2014/main" id="{EE6E2448-20B4-D0E3-5A4F-CEEF6B0DE843}"/>
              </a:ext>
            </a:extLst>
          </p:cNvPr>
          <p:cNvSpPr txBox="1"/>
          <p:nvPr/>
        </p:nvSpPr>
        <p:spPr>
          <a:xfrm>
            <a:off x="8925665" y="6420884"/>
            <a:ext cx="126164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1" name="TextBox 30">
            <a:hlinkClick r:id="rId14" action="ppaction://hlinksldjump"/>
            <a:extLst>
              <a:ext uri="{FF2B5EF4-FFF2-40B4-BE49-F238E27FC236}">
                <a16:creationId xmlns:a16="http://schemas.microsoft.com/office/drawing/2014/main" id="{7D05D0B0-EE4B-B30E-D348-ABA55FD9569F}"/>
              </a:ext>
            </a:extLst>
          </p:cNvPr>
          <p:cNvSpPr txBox="1"/>
          <p:nvPr/>
        </p:nvSpPr>
        <p:spPr>
          <a:xfrm>
            <a:off x="1963848" y="6424202"/>
            <a:ext cx="137817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ER-Diagram</a:t>
            </a:r>
          </a:p>
        </p:txBody>
      </p:sp>
    </p:spTree>
    <p:extLst>
      <p:ext uri="{BB962C8B-B14F-4D97-AF65-F5344CB8AC3E}">
        <p14:creationId xmlns:p14="http://schemas.microsoft.com/office/powerpoint/2010/main" val="3802165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37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3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" accel="100000" fill="hold">
                                          <p:stCondLst>
                                            <p:cond delay="63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BBD87-9A38-28C4-857D-DE81CD656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10D2470-8B03-A7F0-A913-C0DDF2497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49"/>
            <a:ext cx="12192000" cy="886751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D13815E4-CA6D-C072-392C-429F984310F6}"/>
              </a:ext>
            </a:extLst>
          </p:cNvPr>
          <p:cNvSpPr/>
          <p:nvPr/>
        </p:nvSpPr>
        <p:spPr>
          <a:xfrm>
            <a:off x="-2054860" y="5967880"/>
            <a:ext cx="16301720" cy="1275496"/>
          </a:xfrm>
          <a:prstGeom prst="ellipse">
            <a:avLst/>
          </a:prstGeom>
          <a:gradFill flip="none" rotWithShape="1">
            <a:gsLst>
              <a:gs pos="0">
                <a:srgbClr val="212121"/>
              </a:gs>
              <a:gs pos="100000">
                <a:srgbClr val="00B0F0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93A719-7871-66D0-D7DE-D955128E6264}"/>
              </a:ext>
            </a:extLst>
          </p:cNvPr>
          <p:cNvSpPr txBox="1"/>
          <p:nvPr/>
        </p:nvSpPr>
        <p:spPr>
          <a:xfrm>
            <a:off x="2338644" y="1350165"/>
            <a:ext cx="3531993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Swis721 Hv BT" panose="020B0804020202020204" pitchFamily="34" charset="0"/>
              </a:rPr>
              <a:t>How It Works?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Swis721 Hv BT" panose="020B08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09F030-C044-54EF-B97B-2057802A583F}"/>
              </a:ext>
            </a:extLst>
          </p:cNvPr>
          <p:cNvSpPr txBox="1"/>
          <p:nvPr/>
        </p:nvSpPr>
        <p:spPr>
          <a:xfrm>
            <a:off x="2351553" y="2123168"/>
            <a:ext cx="693657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Select Folder: Choose the directory to scan.  </a:t>
            </a:r>
          </a:p>
          <a:p>
            <a:pPr marL="342900" indent="-342900">
              <a:buAutoNum type="arabicPeriod"/>
            </a:pPr>
            <a:r>
              <a:rPr lang="en-US" dirty="0"/>
              <a:t>Scan for Duplicates: The tool identifies files with identical content.  </a:t>
            </a:r>
          </a:p>
          <a:p>
            <a:pPr marL="342900" indent="-342900">
              <a:buAutoNum type="arabicPeriod"/>
            </a:pPr>
            <a:r>
              <a:rPr lang="en-US" dirty="0"/>
              <a:t>Review Results: View a list of duplicate files.  </a:t>
            </a:r>
          </a:p>
          <a:p>
            <a:pPr marL="342900" indent="-342900">
              <a:buAutoNum type="arabicPeriod"/>
            </a:pPr>
            <a:r>
              <a:rPr lang="en-US" dirty="0"/>
              <a:t>Delete Duplicates: Remove duplicates with confirmation.  </a:t>
            </a:r>
          </a:p>
          <a:p>
            <a:pPr marL="342900" indent="-342900">
              <a:buAutoNum type="arabicPeriod"/>
            </a:pPr>
            <a:r>
              <a:rPr lang="en-US" dirty="0"/>
              <a:t>Save History: Deletion details are saved in a JSON file.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9BCDD29-B229-5EDD-88CC-CD46D632E2EE}"/>
              </a:ext>
            </a:extLst>
          </p:cNvPr>
          <p:cNvSpPr/>
          <p:nvPr/>
        </p:nvSpPr>
        <p:spPr>
          <a:xfrm>
            <a:off x="2417709" y="1996496"/>
            <a:ext cx="735658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6494737-7244-6296-21E2-26BB67C8C1F7}"/>
              </a:ext>
            </a:extLst>
          </p:cNvPr>
          <p:cNvSpPr/>
          <p:nvPr/>
        </p:nvSpPr>
        <p:spPr>
          <a:xfrm>
            <a:off x="2417709" y="3654703"/>
            <a:ext cx="735658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hlinkClick r:id="rId3" action="ppaction://hlinksldjump"/>
            <a:extLst>
              <a:ext uri="{FF2B5EF4-FFF2-40B4-BE49-F238E27FC236}">
                <a16:creationId xmlns:a16="http://schemas.microsoft.com/office/drawing/2014/main" id="{EE344852-9195-09EF-85F1-ED0D0CDC475F}"/>
              </a:ext>
            </a:extLst>
          </p:cNvPr>
          <p:cNvSpPr txBox="1"/>
          <p:nvPr/>
        </p:nvSpPr>
        <p:spPr>
          <a:xfrm>
            <a:off x="8154117" y="3491003"/>
            <a:ext cx="1069524" cy="369332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PREVIEW</a:t>
            </a:r>
          </a:p>
        </p:txBody>
      </p:sp>
      <p:sp>
        <p:nvSpPr>
          <p:cNvPr id="14" name="TextBox 13">
            <a:hlinkClick r:id="rId4" action="ppaction://hlinksldjump"/>
            <a:extLst>
              <a:ext uri="{FF2B5EF4-FFF2-40B4-BE49-F238E27FC236}">
                <a16:creationId xmlns:a16="http://schemas.microsoft.com/office/drawing/2014/main" id="{CF7981DE-8871-945E-2196-92E51DC0327F}"/>
              </a:ext>
            </a:extLst>
          </p:cNvPr>
          <p:cNvSpPr txBox="1"/>
          <p:nvPr/>
        </p:nvSpPr>
        <p:spPr>
          <a:xfrm>
            <a:off x="1777753" y="5922161"/>
            <a:ext cx="1334596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HOME PAGE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DC32E81-6B16-F58D-BC2A-E8A1EF43B12C}"/>
              </a:ext>
            </a:extLst>
          </p:cNvPr>
          <p:cNvCxnSpPr>
            <a:cxnSpLocks/>
          </p:cNvCxnSpPr>
          <p:nvPr/>
        </p:nvCxnSpPr>
        <p:spPr>
          <a:xfrm>
            <a:off x="3158205" y="6103509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hlinkClick r:id="rId5" action="ppaction://hlinksldjump"/>
            <a:extLst>
              <a:ext uri="{FF2B5EF4-FFF2-40B4-BE49-F238E27FC236}">
                <a16:creationId xmlns:a16="http://schemas.microsoft.com/office/drawing/2014/main" id="{348A4A50-C26C-8958-C42F-31B86FC2D47D}"/>
              </a:ext>
            </a:extLst>
          </p:cNvPr>
          <p:cNvSpPr txBox="1"/>
          <p:nvPr/>
        </p:nvSpPr>
        <p:spPr>
          <a:xfrm>
            <a:off x="3251442" y="5922161"/>
            <a:ext cx="1352230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Introduction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F620B6-F11B-F63D-DCD6-5B2D28E2419F}"/>
              </a:ext>
            </a:extLst>
          </p:cNvPr>
          <p:cNvCxnSpPr>
            <a:cxnSpLocks/>
          </p:cNvCxnSpPr>
          <p:nvPr/>
        </p:nvCxnSpPr>
        <p:spPr>
          <a:xfrm>
            <a:off x="4649528" y="6103509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hlinkClick r:id="rId6" action="ppaction://hlinksldjump"/>
            <a:extLst>
              <a:ext uri="{FF2B5EF4-FFF2-40B4-BE49-F238E27FC236}">
                <a16:creationId xmlns:a16="http://schemas.microsoft.com/office/drawing/2014/main" id="{CF4A3626-6DAC-D924-8930-447483D92BDC}"/>
              </a:ext>
            </a:extLst>
          </p:cNvPr>
          <p:cNvSpPr txBox="1"/>
          <p:nvPr/>
        </p:nvSpPr>
        <p:spPr>
          <a:xfrm>
            <a:off x="4742764" y="5922161"/>
            <a:ext cx="1444755" cy="369332"/>
          </a:xfrm>
          <a:prstGeom prst="rect">
            <a:avLst/>
          </a:prstGeom>
          <a:solidFill>
            <a:srgbClr val="E9542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How It Works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EE43C9A-178E-F573-ED21-F758C9EAA0A3}"/>
              </a:ext>
            </a:extLst>
          </p:cNvPr>
          <p:cNvCxnSpPr>
            <a:cxnSpLocks/>
          </p:cNvCxnSpPr>
          <p:nvPr/>
        </p:nvCxnSpPr>
        <p:spPr>
          <a:xfrm>
            <a:off x="6225951" y="6100191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hlinkClick r:id="rId7" action="ppaction://hlinksldjump"/>
            <a:extLst>
              <a:ext uri="{FF2B5EF4-FFF2-40B4-BE49-F238E27FC236}">
                <a16:creationId xmlns:a16="http://schemas.microsoft.com/office/drawing/2014/main" id="{FDCCDAFC-6D8A-E163-C6A7-C92159EC9A4E}"/>
              </a:ext>
            </a:extLst>
          </p:cNvPr>
          <p:cNvSpPr txBox="1"/>
          <p:nvPr/>
        </p:nvSpPr>
        <p:spPr>
          <a:xfrm>
            <a:off x="6319187" y="5918843"/>
            <a:ext cx="2518638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Frontend Code Overview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4EBF0F9-1E44-0F22-A455-CC9DB51EBE6C}"/>
              </a:ext>
            </a:extLst>
          </p:cNvPr>
          <p:cNvCxnSpPr>
            <a:cxnSpLocks/>
          </p:cNvCxnSpPr>
          <p:nvPr/>
        </p:nvCxnSpPr>
        <p:spPr>
          <a:xfrm>
            <a:off x="8876257" y="6096873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hlinkClick r:id="rId8" action="ppaction://hlinksldjump"/>
            <a:extLst>
              <a:ext uri="{FF2B5EF4-FFF2-40B4-BE49-F238E27FC236}">
                <a16:creationId xmlns:a16="http://schemas.microsoft.com/office/drawing/2014/main" id="{EB4E0E38-317E-1712-F9C8-E855E58D4B55}"/>
              </a:ext>
            </a:extLst>
          </p:cNvPr>
          <p:cNvSpPr txBox="1"/>
          <p:nvPr/>
        </p:nvSpPr>
        <p:spPr>
          <a:xfrm>
            <a:off x="8969493" y="5915525"/>
            <a:ext cx="144475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JSON Data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3841D7D-0AF4-A127-020B-76CEB998CB76}"/>
              </a:ext>
            </a:extLst>
          </p:cNvPr>
          <p:cNvCxnSpPr>
            <a:cxnSpLocks/>
          </p:cNvCxnSpPr>
          <p:nvPr/>
        </p:nvCxnSpPr>
        <p:spPr>
          <a:xfrm>
            <a:off x="4937503" y="6605550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hlinkClick r:id="rId9" action="ppaction://hlinksldjump"/>
            <a:extLst>
              <a:ext uri="{FF2B5EF4-FFF2-40B4-BE49-F238E27FC236}">
                <a16:creationId xmlns:a16="http://schemas.microsoft.com/office/drawing/2014/main" id="{07BC4A82-B989-1560-F027-E08819F20162}"/>
              </a:ext>
            </a:extLst>
          </p:cNvPr>
          <p:cNvSpPr txBox="1"/>
          <p:nvPr/>
        </p:nvSpPr>
        <p:spPr>
          <a:xfrm>
            <a:off x="5030739" y="6424202"/>
            <a:ext cx="1334597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Benefits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608B5D6-8D46-C23A-B9AC-B4FD564FCDD8}"/>
              </a:ext>
            </a:extLst>
          </p:cNvPr>
          <p:cNvCxnSpPr>
            <a:cxnSpLocks/>
          </p:cNvCxnSpPr>
          <p:nvPr/>
        </p:nvCxnSpPr>
        <p:spPr>
          <a:xfrm>
            <a:off x="6404353" y="6602232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hlinkClick r:id="rId10" action="ppaction://hlinksldjump"/>
            <a:extLst>
              <a:ext uri="{FF2B5EF4-FFF2-40B4-BE49-F238E27FC236}">
                <a16:creationId xmlns:a16="http://schemas.microsoft.com/office/drawing/2014/main" id="{4406F83C-908F-F800-CCB2-5E470E59C0E5}"/>
              </a:ext>
            </a:extLst>
          </p:cNvPr>
          <p:cNvSpPr txBox="1"/>
          <p:nvPr/>
        </p:nvSpPr>
        <p:spPr>
          <a:xfrm>
            <a:off x="6497589" y="6420884"/>
            <a:ext cx="2285456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Future Enhancements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58DBBF4-7EE6-C831-97C1-C736D6627DFC}"/>
              </a:ext>
            </a:extLst>
          </p:cNvPr>
          <p:cNvCxnSpPr>
            <a:cxnSpLocks/>
          </p:cNvCxnSpPr>
          <p:nvPr/>
        </p:nvCxnSpPr>
        <p:spPr>
          <a:xfrm>
            <a:off x="8832429" y="6602232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84237E3-346D-0927-864E-54F75ABA5EC4}"/>
              </a:ext>
            </a:extLst>
          </p:cNvPr>
          <p:cNvCxnSpPr>
            <a:cxnSpLocks/>
          </p:cNvCxnSpPr>
          <p:nvPr/>
        </p:nvCxnSpPr>
        <p:spPr>
          <a:xfrm>
            <a:off x="3423028" y="6602232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hlinkClick r:id="rId11" action="ppaction://hlinksldjump"/>
            <a:extLst>
              <a:ext uri="{FF2B5EF4-FFF2-40B4-BE49-F238E27FC236}">
                <a16:creationId xmlns:a16="http://schemas.microsoft.com/office/drawing/2014/main" id="{E3A0F3A0-ACF6-44F2-8EDE-FA65266C563D}"/>
              </a:ext>
            </a:extLst>
          </p:cNvPr>
          <p:cNvSpPr txBox="1"/>
          <p:nvPr/>
        </p:nvSpPr>
        <p:spPr>
          <a:xfrm>
            <a:off x="3520311" y="6417566"/>
            <a:ext cx="137817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Key Features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A1FDED2-A919-3E1F-5D0B-0AFB33061023}"/>
              </a:ext>
            </a:extLst>
          </p:cNvPr>
          <p:cNvCxnSpPr>
            <a:cxnSpLocks/>
          </p:cNvCxnSpPr>
          <p:nvPr/>
        </p:nvCxnSpPr>
        <p:spPr>
          <a:xfrm>
            <a:off x="4937503" y="6605550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97D38E5-27D2-AD24-838D-E12518752D52}"/>
              </a:ext>
            </a:extLst>
          </p:cNvPr>
          <p:cNvCxnSpPr>
            <a:cxnSpLocks/>
          </p:cNvCxnSpPr>
          <p:nvPr/>
        </p:nvCxnSpPr>
        <p:spPr>
          <a:xfrm>
            <a:off x="6404353" y="6602232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8B2B39A-2441-F05A-70FC-0AEFC7568CAC}"/>
              </a:ext>
            </a:extLst>
          </p:cNvPr>
          <p:cNvCxnSpPr>
            <a:cxnSpLocks/>
          </p:cNvCxnSpPr>
          <p:nvPr/>
        </p:nvCxnSpPr>
        <p:spPr>
          <a:xfrm>
            <a:off x="8832429" y="6602232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B632400-8958-F181-A6B1-DE12C75243A7}"/>
              </a:ext>
            </a:extLst>
          </p:cNvPr>
          <p:cNvCxnSpPr>
            <a:cxnSpLocks/>
          </p:cNvCxnSpPr>
          <p:nvPr/>
        </p:nvCxnSpPr>
        <p:spPr>
          <a:xfrm>
            <a:off x="3423028" y="6602232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hlinkClick r:id="rId12" action="ppaction://hlinksldjump"/>
            <a:extLst>
              <a:ext uri="{FF2B5EF4-FFF2-40B4-BE49-F238E27FC236}">
                <a16:creationId xmlns:a16="http://schemas.microsoft.com/office/drawing/2014/main" id="{FAC0F2C3-D686-60C4-20EB-1CCB61CD611D}"/>
              </a:ext>
            </a:extLst>
          </p:cNvPr>
          <p:cNvSpPr txBox="1"/>
          <p:nvPr/>
        </p:nvSpPr>
        <p:spPr>
          <a:xfrm>
            <a:off x="8925665" y="6420884"/>
            <a:ext cx="126164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26" name="TextBox 25">
            <a:hlinkClick r:id="rId13" action="ppaction://hlinksldjump"/>
            <a:extLst>
              <a:ext uri="{FF2B5EF4-FFF2-40B4-BE49-F238E27FC236}">
                <a16:creationId xmlns:a16="http://schemas.microsoft.com/office/drawing/2014/main" id="{776D5D3A-98CF-51EE-A6D7-F95933144990}"/>
              </a:ext>
            </a:extLst>
          </p:cNvPr>
          <p:cNvSpPr txBox="1"/>
          <p:nvPr/>
        </p:nvSpPr>
        <p:spPr>
          <a:xfrm>
            <a:off x="1963848" y="6424202"/>
            <a:ext cx="137817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ER-Diagram</a:t>
            </a:r>
          </a:p>
        </p:txBody>
      </p:sp>
    </p:spTree>
    <p:extLst>
      <p:ext uri="{BB962C8B-B14F-4D97-AF65-F5344CB8AC3E}">
        <p14:creationId xmlns:p14="http://schemas.microsoft.com/office/powerpoint/2010/main" val="37904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 animBg="1"/>
      <p:bldP spid="41" grpId="0" animBg="1"/>
      <p:bldP spid="4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1C170-1EFD-DEC3-45A8-95BB9221F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77">
            <a:extLst>
              <a:ext uri="{FF2B5EF4-FFF2-40B4-BE49-F238E27FC236}">
                <a16:creationId xmlns:a16="http://schemas.microsoft.com/office/drawing/2014/main" id="{87A6A910-5F8D-786D-1835-D84D159A8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49"/>
            <a:ext cx="12192000" cy="8867513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A18DE216-0FE2-3D39-F970-6D3DA9F67245}"/>
              </a:ext>
            </a:extLst>
          </p:cNvPr>
          <p:cNvSpPr/>
          <p:nvPr/>
        </p:nvSpPr>
        <p:spPr>
          <a:xfrm flipV="1">
            <a:off x="-106680" y="-88862"/>
            <a:ext cx="12329160" cy="744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89D45F0-9DAE-44D9-2392-DB0AB56F314D}"/>
              </a:ext>
            </a:extLst>
          </p:cNvPr>
          <p:cNvSpPr/>
          <p:nvPr/>
        </p:nvSpPr>
        <p:spPr>
          <a:xfrm>
            <a:off x="-2054860" y="5967880"/>
            <a:ext cx="16301720" cy="1275496"/>
          </a:xfrm>
          <a:prstGeom prst="ellipse">
            <a:avLst/>
          </a:prstGeom>
          <a:gradFill flip="none" rotWithShape="1">
            <a:gsLst>
              <a:gs pos="0">
                <a:srgbClr val="212121"/>
              </a:gs>
              <a:gs pos="100000">
                <a:srgbClr val="00B0F0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: Rounded Corners 42">
            <a:hlinkClick r:id="rId3" action="ppaction://hlinksldjump"/>
            <a:extLst>
              <a:ext uri="{FF2B5EF4-FFF2-40B4-BE49-F238E27FC236}">
                <a16:creationId xmlns:a16="http://schemas.microsoft.com/office/drawing/2014/main" id="{0C20E40A-7651-8B4D-C297-1B590E704A8A}"/>
              </a:ext>
            </a:extLst>
          </p:cNvPr>
          <p:cNvSpPr/>
          <p:nvPr/>
        </p:nvSpPr>
        <p:spPr>
          <a:xfrm>
            <a:off x="1160325" y="828245"/>
            <a:ext cx="2443480" cy="1755275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9A4C70-AD9E-20C3-F242-6A4BCEFED9B9}"/>
              </a:ext>
            </a:extLst>
          </p:cNvPr>
          <p:cNvSpPr txBox="1"/>
          <p:nvPr/>
        </p:nvSpPr>
        <p:spPr>
          <a:xfrm>
            <a:off x="33121" y="-36887"/>
            <a:ext cx="3531993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Swis721 Hv BT" panose="020B0804020202020204" pitchFamily="34" charset="0"/>
              </a:rPr>
              <a:t>How It Works?</a:t>
            </a:r>
            <a:endParaRPr lang="en-IN" sz="3600" dirty="0">
              <a:solidFill>
                <a:schemeClr val="bg1"/>
              </a:solidFill>
              <a:latin typeface="Swis721 Hv BT" panose="020B08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A43EFF-5BEB-0F14-6A2E-141E4DE0483C}"/>
              </a:ext>
            </a:extLst>
          </p:cNvPr>
          <p:cNvSpPr txBox="1"/>
          <p:nvPr/>
        </p:nvSpPr>
        <p:spPr>
          <a:xfrm>
            <a:off x="1419718" y="2629239"/>
            <a:ext cx="192469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Open : Application</a:t>
            </a:r>
          </a:p>
        </p:txBody>
      </p:sp>
      <p:sp>
        <p:nvSpPr>
          <p:cNvPr id="61" name="Arrow: Bent-Up 60">
            <a:extLst>
              <a:ext uri="{FF2B5EF4-FFF2-40B4-BE49-F238E27FC236}">
                <a16:creationId xmlns:a16="http://schemas.microsoft.com/office/drawing/2014/main" id="{AB291352-16E2-403E-2FB8-57E51B0587A1}"/>
              </a:ext>
            </a:extLst>
          </p:cNvPr>
          <p:cNvSpPr/>
          <p:nvPr/>
        </p:nvSpPr>
        <p:spPr>
          <a:xfrm rot="5400000">
            <a:off x="55783" y="903841"/>
            <a:ext cx="1202571" cy="649652"/>
          </a:xfrm>
          <a:prstGeom prst="bentUpArrow">
            <a:avLst>
              <a:gd name="adj1" fmla="val 6857"/>
              <a:gd name="adj2" fmla="val 20037"/>
              <a:gd name="adj3" fmla="val 2401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ectangle: Rounded Corners 61">
            <a:hlinkClick r:id="rId5" action="ppaction://hlinksldjump"/>
            <a:extLst>
              <a:ext uri="{FF2B5EF4-FFF2-40B4-BE49-F238E27FC236}">
                <a16:creationId xmlns:a16="http://schemas.microsoft.com/office/drawing/2014/main" id="{7F3B3CB4-7421-4206-8277-D10AC1D39395}"/>
              </a:ext>
            </a:extLst>
          </p:cNvPr>
          <p:cNvSpPr/>
          <p:nvPr/>
        </p:nvSpPr>
        <p:spPr>
          <a:xfrm>
            <a:off x="4638475" y="828245"/>
            <a:ext cx="2443480" cy="1755275"/>
          </a:xfrm>
          <a:prstGeom prst="round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369A06-5011-5317-B5C8-64B0694C00AF}"/>
              </a:ext>
            </a:extLst>
          </p:cNvPr>
          <p:cNvSpPr txBox="1"/>
          <p:nvPr/>
        </p:nvSpPr>
        <p:spPr>
          <a:xfrm>
            <a:off x="4686748" y="2635462"/>
            <a:ext cx="2395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Select Folder: </a:t>
            </a:r>
          </a:p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Choose the directory to scan.  </a:t>
            </a:r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59E086D7-8E93-4B3D-6E6B-B5D3C39E85E0}"/>
              </a:ext>
            </a:extLst>
          </p:cNvPr>
          <p:cNvSpPr/>
          <p:nvPr/>
        </p:nvSpPr>
        <p:spPr>
          <a:xfrm>
            <a:off x="3934387" y="1581813"/>
            <a:ext cx="373505" cy="248137"/>
          </a:xfrm>
          <a:prstGeom prst="rightArrow">
            <a:avLst>
              <a:gd name="adj1" fmla="val 16337"/>
              <a:gd name="adj2" fmla="val 54334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Rectangle: Rounded Corners 66">
            <a:hlinkClick r:id="rId7" action="ppaction://hlinksldjump"/>
            <a:extLst>
              <a:ext uri="{FF2B5EF4-FFF2-40B4-BE49-F238E27FC236}">
                <a16:creationId xmlns:a16="http://schemas.microsoft.com/office/drawing/2014/main" id="{8917FAD8-6809-065C-50E1-4854730A0898}"/>
              </a:ext>
            </a:extLst>
          </p:cNvPr>
          <p:cNvSpPr/>
          <p:nvPr/>
        </p:nvSpPr>
        <p:spPr>
          <a:xfrm>
            <a:off x="8116626" y="828245"/>
            <a:ext cx="2443480" cy="1755275"/>
          </a:xfrm>
          <a:prstGeom prst="roundRect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78FDCA7-81CB-5EB0-DC00-DDFC5A87FF9B}"/>
              </a:ext>
            </a:extLst>
          </p:cNvPr>
          <p:cNvSpPr txBox="1"/>
          <p:nvPr/>
        </p:nvSpPr>
        <p:spPr>
          <a:xfrm>
            <a:off x="8164899" y="2635462"/>
            <a:ext cx="35307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Review Results: </a:t>
            </a:r>
          </a:p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View a list of duplicate files </a:t>
            </a:r>
            <a:r>
              <a:rPr lang="en-US" sz="1400" dirty="0">
                <a:solidFill>
                  <a:srgbClr val="E95420"/>
                </a:solidFill>
              </a:rPr>
              <a:t>and Confirmation.</a:t>
            </a:r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949FA8FA-A070-B126-1BF3-D7FFEF3D98CC}"/>
              </a:ext>
            </a:extLst>
          </p:cNvPr>
          <p:cNvSpPr/>
          <p:nvPr/>
        </p:nvSpPr>
        <p:spPr>
          <a:xfrm>
            <a:off x="7412538" y="1581813"/>
            <a:ext cx="373505" cy="248137"/>
          </a:xfrm>
          <a:prstGeom prst="rightArrow">
            <a:avLst>
              <a:gd name="adj1" fmla="val 16337"/>
              <a:gd name="adj2" fmla="val 54334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ectangle: Rounded Corners 69">
            <a:hlinkClick r:id="rId9" action="ppaction://hlinksldjump"/>
            <a:extLst>
              <a:ext uri="{FF2B5EF4-FFF2-40B4-BE49-F238E27FC236}">
                <a16:creationId xmlns:a16="http://schemas.microsoft.com/office/drawing/2014/main" id="{6B9A790C-B99E-2650-2339-0633E469C2D7}"/>
              </a:ext>
            </a:extLst>
          </p:cNvPr>
          <p:cNvSpPr/>
          <p:nvPr/>
        </p:nvSpPr>
        <p:spPr>
          <a:xfrm>
            <a:off x="6438792" y="3307739"/>
            <a:ext cx="2443480" cy="1755275"/>
          </a:xfrm>
          <a:prstGeom prst="roundRect">
            <a:avLst/>
          </a:prstGeom>
          <a:blipFill dpi="0"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A63956A-22EF-4692-6778-59CB8E476231}"/>
              </a:ext>
            </a:extLst>
          </p:cNvPr>
          <p:cNvSpPr txBox="1"/>
          <p:nvPr/>
        </p:nvSpPr>
        <p:spPr>
          <a:xfrm>
            <a:off x="6487065" y="5114956"/>
            <a:ext cx="28855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Delete Duplicates :</a:t>
            </a:r>
          </a:p>
          <a:p>
            <a:r>
              <a:rPr lang="en-US" sz="1400" dirty="0">
                <a:solidFill>
                  <a:srgbClr val="E95420"/>
                </a:solidFill>
              </a:rPr>
              <a:t>Remove Duplicates Files Successfully.</a:t>
            </a:r>
          </a:p>
        </p:txBody>
      </p:sp>
      <p:sp>
        <p:nvSpPr>
          <p:cNvPr id="72" name="Arrow: Bent-Up 71">
            <a:extLst>
              <a:ext uri="{FF2B5EF4-FFF2-40B4-BE49-F238E27FC236}">
                <a16:creationId xmlns:a16="http://schemas.microsoft.com/office/drawing/2014/main" id="{3EA9B22E-0E26-BC1F-6628-963CDCF153E7}"/>
              </a:ext>
            </a:extLst>
          </p:cNvPr>
          <p:cNvSpPr/>
          <p:nvPr/>
        </p:nvSpPr>
        <p:spPr>
          <a:xfrm rot="16200000" flipH="1">
            <a:off x="9056313" y="1694417"/>
            <a:ext cx="2635542" cy="2643049"/>
          </a:xfrm>
          <a:prstGeom prst="bentUpArrow">
            <a:avLst>
              <a:gd name="adj1" fmla="val 2028"/>
              <a:gd name="adj2" fmla="val 5551"/>
              <a:gd name="adj3" fmla="val 584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9E4BF30-24F3-460E-B04D-FAEA669EA1C0}"/>
              </a:ext>
            </a:extLst>
          </p:cNvPr>
          <p:cNvSpPr/>
          <p:nvPr/>
        </p:nvSpPr>
        <p:spPr>
          <a:xfrm rot="16200000">
            <a:off x="11179810" y="1212942"/>
            <a:ext cx="45720" cy="9858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ectangle: Rounded Corners 74">
            <a:hlinkClick r:id="rId11" action="ppaction://hlinksldjump"/>
            <a:extLst>
              <a:ext uri="{FF2B5EF4-FFF2-40B4-BE49-F238E27FC236}">
                <a16:creationId xmlns:a16="http://schemas.microsoft.com/office/drawing/2014/main" id="{9FF0ADD2-0A5E-7DC6-573B-00C4C16DD6DA}"/>
              </a:ext>
            </a:extLst>
          </p:cNvPr>
          <p:cNvSpPr/>
          <p:nvPr/>
        </p:nvSpPr>
        <p:spPr>
          <a:xfrm>
            <a:off x="2960641" y="3307739"/>
            <a:ext cx="2443480" cy="1755275"/>
          </a:xfrm>
          <a:prstGeom prst="roundRect">
            <a:avLst/>
          </a:prstGeom>
          <a:blipFill dpi="0"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1123C6A-2285-C007-7241-32604CAF658E}"/>
              </a:ext>
            </a:extLst>
          </p:cNvPr>
          <p:cNvSpPr txBox="1"/>
          <p:nvPr/>
        </p:nvSpPr>
        <p:spPr>
          <a:xfrm>
            <a:off x="3008914" y="5114956"/>
            <a:ext cx="31823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Save History : </a:t>
            </a:r>
          </a:p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Deletion details are saved in a JSON file.</a:t>
            </a:r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6D3A3589-61D2-858A-DA89-9C3689DC4B79}"/>
              </a:ext>
            </a:extLst>
          </p:cNvPr>
          <p:cNvSpPr/>
          <p:nvPr/>
        </p:nvSpPr>
        <p:spPr>
          <a:xfrm rot="10800000">
            <a:off x="5700595" y="4054430"/>
            <a:ext cx="373505" cy="248137"/>
          </a:xfrm>
          <a:prstGeom prst="rightArrow">
            <a:avLst>
              <a:gd name="adj1" fmla="val 16337"/>
              <a:gd name="adj2" fmla="val 54334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hlinkClick r:id="rId13" action="ppaction://hlinksldjump"/>
            <a:extLst>
              <a:ext uri="{FF2B5EF4-FFF2-40B4-BE49-F238E27FC236}">
                <a16:creationId xmlns:a16="http://schemas.microsoft.com/office/drawing/2014/main" id="{39E76765-CBE7-A2C4-531C-3C4ABFC7E245}"/>
              </a:ext>
            </a:extLst>
          </p:cNvPr>
          <p:cNvSpPr txBox="1"/>
          <p:nvPr/>
        </p:nvSpPr>
        <p:spPr>
          <a:xfrm>
            <a:off x="1777753" y="5922161"/>
            <a:ext cx="1334596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HOME PAGE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30BC1A-8E51-6872-A11B-37EB439BC759}"/>
              </a:ext>
            </a:extLst>
          </p:cNvPr>
          <p:cNvCxnSpPr>
            <a:cxnSpLocks/>
          </p:cNvCxnSpPr>
          <p:nvPr/>
        </p:nvCxnSpPr>
        <p:spPr>
          <a:xfrm>
            <a:off x="3158205" y="6103509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hlinkClick r:id="rId14" action="ppaction://hlinksldjump"/>
            <a:extLst>
              <a:ext uri="{FF2B5EF4-FFF2-40B4-BE49-F238E27FC236}">
                <a16:creationId xmlns:a16="http://schemas.microsoft.com/office/drawing/2014/main" id="{B5FDB6E9-8685-4266-D7C7-60FA925A1845}"/>
              </a:ext>
            </a:extLst>
          </p:cNvPr>
          <p:cNvSpPr txBox="1"/>
          <p:nvPr/>
        </p:nvSpPr>
        <p:spPr>
          <a:xfrm>
            <a:off x="3251442" y="5922161"/>
            <a:ext cx="1352230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Introduction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DC7983C-D290-0C43-0BDA-71C739BE6DE0}"/>
              </a:ext>
            </a:extLst>
          </p:cNvPr>
          <p:cNvCxnSpPr>
            <a:cxnSpLocks/>
          </p:cNvCxnSpPr>
          <p:nvPr/>
        </p:nvCxnSpPr>
        <p:spPr>
          <a:xfrm>
            <a:off x="4649528" y="6103509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hlinkClick r:id="rId15" action="ppaction://hlinksldjump"/>
            <a:extLst>
              <a:ext uri="{FF2B5EF4-FFF2-40B4-BE49-F238E27FC236}">
                <a16:creationId xmlns:a16="http://schemas.microsoft.com/office/drawing/2014/main" id="{9BB1B11F-6E21-0223-886F-CCC206DA2D78}"/>
              </a:ext>
            </a:extLst>
          </p:cNvPr>
          <p:cNvSpPr txBox="1"/>
          <p:nvPr/>
        </p:nvSpPr>
        <p:spPr>
          <a:xfrm>
            <a:off x="4742764" y="5922161"/>
            <a:ext cx="1444755" cy="369332"/>
          </a:xfrm>
          <a:prstGeom prst="rect">
            <a:avLst/>
          </a:prstGeom>
          <a:solidFill>
            <a:srgbClr val="E9542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How It Works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C5CF002-E9A3-0138-6E2E-C356CDDDAEFF}"/>
              </a:ext>
            </a:extLst>
          </p:cNvPr>
          <p:cNvCxnSpPr>
            <a:cxnSpLocks/>
          </p:cNvCxnSpPr>
          <p:nvPr/>
        </p:nvCxnSpPr>
        <p:spPr>
          <a:xfrm>
            <a:off x="6225951" y="6100191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hlinkClick r:id="rId16" action="ppaction://hlinksldjump"/>
            <a:extLst>
              <a:ext uri="{FF2B5EF4-FFF2-40B4-BE49-F238E27FC236}">
                <a16:creationId xmlns:a16="http://schemas.microsoft.com/office/drawing/2014/main" id="{2AD0778F-F268-C5EA-CCEA-0C1364D6F21A}"/>
              </a:ext>
            </a:extLst>
          </p:cNvPr>
          <p:cNvSpPr txBox="1"/>
          <p:nvPr/>
        </p:nvSpPr>
        <p:spPr>
          <a:xfrm>
            <a:off x="6319187" y="5918843"/>
            <a:ext cx="2518638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Frontend Code Overview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96CAD21-D418-E322-35DD-830E46DB0128}"/>
              </a:ext>
            </a:extLst>
          </p:cNvPr>
          <p:cNvCxnSpPr>
            <a:cxnSpLocks/>
          </p:cNvCxnSpPr>
          <p:nvPr/>
        </p:nvCxnSpPr>
        <p:spPr>
          <a:xfrm>
            <a:off x="8876257" y="6096873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hlinkClick r:id="rId17" action="ppaction://hlinksldjump"/>
            <a:extLst>
              <a:ext uri="{FF2B5EF4-FFF2-40B4-BE49-F238E27FC236}">
                <a16:creationId xmlns:a16="http://schemas.microsoft.com/office/drawing/2014/main" id="{2B0473C5-5DE3-CCAE-A112-AE2A217AEE38}"/>
              </a:ext>
            </a:extLst>
          </p:cNvPr>
          <p:cNvSpPr txBox="1"/>
          <p:nvPr/>
        </p:nvSpPr>
        <p:spPr>
          <a:xfrm>
            <a:off x="8969493" y="5915525"/>
            <a:ext cx="144475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JSON Data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46CC172-1260-240D-8C21-C477F4AB211E}"/>
              </a:ext>
            </a:extLst>
          </p:cNvPr>
          <p:cNvCxnSpPr>
            <a:cxnSpLocks/>
          </p:cNvCxnSpPr>
          <p:nvPr/>
        </p:nvCxnSpPr>
        <p:spPr>
          <a:xfrm>
            <a:off x="4937503" y="6605550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hlinkClick r:id="rId18" action="ppaction://hlinksldjump"/>
            <a:extLst>
              <a:ext uri="{FF2B5EF4-FFF2-40B4-BE49-F238E27FC236}">
                <a16:creationId xmlns:a16="http://schemas.microsoft.com/office/drawing/2014/main" id="{3699E74D-BFEB-567A-27C3-4E0836453D43}"/>
              </a:ext>
            </a:extLst>
          </p:cNvPr>
          <p:cNvSpPr txBox="1"/>
          <p:nvPr/>
        </p:nvSpPr>
        <p:spPr>
          <a:xfrm>
            <a:off x="5030739" y="6424202"/>
            <a:ext cx="1334597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Benefits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2847C61-A515-86CF-F4AF-65FC37B7E0D2}"/>
              </a:ext>
            </a:extLst>
          </p:cNvPr>
          <p:cNvCxnSpPr>
            <a:cxnSpLocks/>
          </p:cNvCxnSpPr>
          <p:nvPr/>
        </p:nvCxnSpPr>
        <p:spPr>
          <a:xfrm>
            <a:off x="6404353" y="6602232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hlinkClick r:id="rId19" action="ppaction://hlinksldjump"/>
            <a:extLst>
              <a:ext uri="{FF2B5EF4-FFF2-40B4-BE49-F238E27FC236}">
                <a16:creationId xmlns:a16="http://schemas.microsoft.com/office/drawing/2014/main" id="{8D6A695F-C679-2615-ECB1-AD9E77C973FC}"/>
              </a:ext>
            </a:extLst>
          </p:cNvPr>
          <p:cNvSpPr txBox="1"/>
          <p:nvPr/>
        </p:nvSpPr>
        <p:spPr>
          <a:xfrm>
            <a:off x="6497589" y="6420884"/>
            <a:ext cx="2285456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Future Enhancements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03EE2EB-C513-65AF-C20A-9B3AC002292B}"/>
              </a:ext>
            </a:extLst>
          </p:cNvPr>
          <p:cNvCxnSpPr>
            <a:cxnSpLocks/>
          </p:cNvCxnSpPr>
          <p:nvPr/>
        </p:nvCxnSpPr>
        <p:spPr>
          <a:xfrm>
            <a:off x="8832429" y="6602232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03CE2C4-DFB9-AE2A-6CEB-1629F8C49ADF}"/>
              </a:ext>
            </a:extLst>
          </p:cNvPr>
          <p:cNvCxnSpPr>
            <a:cxnSpLocks/>
          </p:cNvCxnSpPr>
          <p:nvPr/>
        </p:nvCxnSpPr>
        <p:spPr>
          <a:xfrm>
            <a:off x="3423028" y="6602232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hlinkClick r:id="rId20" action="ppaction://hlinksldjump"/>
            <a:extLst>
              <a:ext uri="{FF2B5EF4-FFF2-40B4-BE49-F238E27FC236}">
                <a16:creationId xmlns:a16="http://schemas.microsoft.com/office/drawing/2014/main" id="{FE8402DD-2C57-B475-9901-2FE2405B9AF1}"/>
              </a:ext>
            </a:extLst>
          </p:cNvPr>
          <p:cNvSpPr txBox="1"/>
          <p:nvPr/>
        </p:nvSpPr>
        <p:spPr>
          <a:xfrm>
            <a:off x="3520311" y="6417566"/>
            <a:ext cx="137817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Key Features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29D5860-0699-277B-385F-B5C03F4195D2}"/>
              </a:ext>
            </a:extLst>
          </p:cNvPr>
          <p:cNvCxnSpPr>
            <a:cxnSpLocks/>
          </p:cNvCxnSpPr>
          <p:nvPr/>
        </p:nvCxnSpPr>
        <p:spPr>
          <a:xfrm>
            <a:off x="4937503" y="6605550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89E5F8-686F-6C02-1E08-96E3ED76E9D9}"/>
              </a:ext>
            </a:extLst>
          </p:cNvPr>
          <p:cNvCxnSpPr>
            <a:cxnSpLocks/>
          </p:cNvCxnSpPr>
          <p:nvPr/>
        </p:nvCxnSpPr>
        <p:spPr>
          <a:xfrm>
            <a:off x="6404353" y="6602232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0051137-955B-33C7-D732-7E6395563886}"/>
              </a:ext>
            </a:extLst>
          </p:cNvPr>
          <p:cNvCxnSpPr>
            <a:cxnSpLocks/>
          </p:cNvCxnSpPr>
          <p:nvPr/>
        </p:nvCxnSpPr>
        <p:spPr>
          <a:xfrm>
            <a:off x="8832429" y="6602232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FFECA58-AF38-FC7F-F336-673AB9F5497C}"/>
              </a:ext>
            </a:extLst>
          </p:cNvPr>
          <p:cNvCxnSpPr>
            <a:cxnSpLocks/>
          </p:cNvCxnSpPr>
          <p:nvPr/>
        </p:nvCxnSpPr>
        <p:spPr>
          <a:xfrm>
            <a:off x="3423028" y="6602232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hlinkClick r:id="rId21" action="ppaction://hlinksldjump"/>
            <a:extLst>
              <a:ext uri="{FF2B5EF4-FFF2-40B4-BE49-F238E27FC236}">
                <a16:creationId xmlns:a16="http://schemas.microsoft.com/office/drawing/2014/main" id="{A7A3F85E-4B59-72DF-603A-61A9E325A06B}"/>
              </a:ext>
            </a:extLst>
          </p:cNvPr>
          <p:cNvSpPr txBox="1"/>
          <p:nvPr/>
        </p:nvSpPr>
        <p:spPr>
          <a:xfrm>
            <a:off x="8925665" y="6420884"/>
            <a:ext cx="126164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24" name="TextBox 23">
            <a:hlinkClick r:id="rId22" action="ppaction://hlinksldjump"/>
            <a:extLst>
              <a:ext uri="{FF2B5EF4-FFF2-40B4-BE49-F238E27FC236}">
                <a16:creationId xmlns:a16="http://schemas.microsoft.com/office/drawing/2014/main" id="{02216B0C-5C9E-DCD9-FCD0-827409EF261C}"/>
              </a:ext>
            </a:extLst>
          </p:cNvPr>
          <p:cNvSpPr txBox="1"/>
          <p:nvPr/>
        </p:nvSpPr>
        <p:spPr>
          <a:xfrm>
            <a:off x="1963848" y="6424202"/>
            <a:ext cx="137817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ER-Diagram</a:t>
            </a:r>
          </a:p>
        </p:txBody>
      </p:sp>
    </p:spTree>
    <p:extLst>
      <p:ext uri="{BB962C8B-B14F-4D97-AF65-F5344CB8AC3E}">
        <p14:creationId xmlns:p14="http://schemas.microsoft.com/office/powerpoint/2010/main" val="3167616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E70A11-142A-BE12-D4C4-80E5373ED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58" y="334296"/>
            <a:ext cx="11444748" cy="56338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7E6C54-6678-B860-E4E1-DD57BC33AC97}"/>
              </a:ext>
            </a:extLst>
          </p:cNvPr>
          <p:cNvSpPr txBox="1"/>
          <p:nvPr/>
        </p:nvSpPr>
        <p:spPr>
          <a:xfrm>
            <a:off x="4653072" y="6105832"/>
            <a:ext cx="29556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Open : Application</a:t>
            </a:r>
          </a:p>
        </p:txBody>
      </p:sp>
      <p:pic>
        <p:nvPicPr>
          <p:cNvPr id="7" name="Picture 6">
            <a:hlinkClick r:id="rId3" action="ppaction://hlinksldjump"/>
            <a:extLst>
              <a:ext uri="{FF2B5EF4-FFF2-40B4-BE49-F238E27FC236}">
                <a16:creationId xmlns:a16="http://schemas.microsoft.com/office/drawing/2014/main" id="{0F16AD51-2AB1-6586-4345-1F4ADB1AD4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58" y="6041255"/>
            <a:ext cx="652374" cy="652374"/>
          </a:xfrm>
          <a:prstGeom prst="rect">
            <a:avLst/>
          </a:prstGeom>
        </p:spPr>
      </p:pic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3234A1E2-C5AD-A338-384C-B527A34556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156168" y="6041255"/>
            <a:ext cx="652374" cy="652374"/>
          </a:xfrm>
          <a:prstGeom prst="rect">
            <a:avLst/>
          </a:prstGeom>
        </p:spPr>
      </p:pic>
      <p:sp>
        <p:nvSpPr>
          <p:cNvPr id="12" name="Arrow: Up 11">
            <a:hlinkClick r:id="rId3" action="ppaction://hlinksldjump"/>
            <a:extLst>
              <a:ext uri="{FF2B5EF4-FFF2-40B4-BE49-F238E27FC236}">
                <a16:creationId xmlns:a16="http://schemas.microsoft.com/office/drawing/2014/main" id="{ECDFBC88-21FA-7A83-2CC6-282F9AF1AFEA}"/>
              </a:ext>
            </a:extLst>
          </p:cNvPr>
          <p:cNvSpPr/>
          <p:nvPr/>
        </p:nvSpPr>
        <p:spPr>
          <a:xfrm rot="16200000">
            <a:off x="449153" y="-19740"/>
            <a:ext cx="218024" cy="343901"/>
          </a:xfrm>
          <a:prstGeom prst="upArrow">
            <a:avLst>
              <a:gd name="adj1" fmla="val 31360"/>
              <a:gd name="adj2" fmla="val 5233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641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04718-9CDE-DB89-299F-B471CE61A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5C31E2-12DF-878D-D2EF-2716A89CE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3458" y="334296"/>
            <a:ext cx="11425084" cy="56338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A880DA-A00D-C44F-B802-5307DFE3538E}"/>
              </a:ext>
            </a:extLst>
          </p:cNvPr>
          <p:cNvSpPr txBox="1"/>
          <p:nvPr/>
        </p:nvSpPr>
        <p:spPr>
          <a:xfrm>
            <a:off x="2813764" y="6110563"/>
            <a:ext cx="6645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Select Folder: Choose the Directory to scan. </a:t>
            </a:r>
          </a:p>
        </p:txBody>
      </p:sp>
      <p:pic>
        <p:nvPicPr>
          <p:cNvPr id="7" name="Picture 6">
            <a:hlinkClick r:id="rId3" action="ppaction://hlinksldjump"/>
            <a:extLst>
              <a:ext uri="{FF2B5EF4-FFF2-40B4-BE49-F238E27FC236}">
                <a16:creationId xmlns:a16="http://schemas.microsoft.com/office/drawing/2014/main" id="{45601E28-C7B8-0F2A-F85F-D54709C7DD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58" y="6041255"/>
            <a:ext cx="652374" cy="652374"/>
          </a:xfrm>
          <a:prstGeom prst="rect">
            <a:avLst/>
          </a:prstGeom>
        </p:spPr>
      </p:pic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8D8EA87A-A353-23A2-5160-013A6578BE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156168" y="6041255"/>
            <a:ext cx="652374" cy="652374"/>
          </a:xfrm>
          <a:prstGeom prst="rect">
            <a:avLst/>
          </a:prstGeom>
        </p:spPr>
      </p:pic>
      <p:sp>
        <p:nvSpPr>
          <p:cNvPr id="12" name="Arrow: Up 11">
            <a:hlinkClick r:id="rId6" action="ppaction://hlinksldjump"/>
            <a:extLst>
              <a:ext uri="{FF2B5EF4-FFF2-40B4-BE49-F238E27FC236}">
                <a16:creationId xmlns:a16="http://schemas.microsoft.com/office/drawing/2014/main" id="{74D1DBCF-5FB0-57D7-F6BD-596B789C8AAD}"/>
              </a:ext>
            </a:extLst>
          </p:cNvPr>
          <p:cNvSpPr/>
          <p:nvPr/>
        </p:nvSpPr>
        <p:spPr>
          <a:xfrm rot="16200000">
            <a:off x="449153" y="-19740"/>
            <a:ext cx="218024" cy="343901"/>
          </a:xfrm>
          <a:prstGeom prst="upArrow">
            <a:avLst>
              <a:gd name="adj1" fmla="val 31360"/>
              <a:gd name="adj2" fmla="val 5233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222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23A0B-E3B2-0D68-9CFE-B35076FC0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B05447-4BB6-C9E0-C16A-6EA9169E7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3458" y="334296"/>
            <a:ext cx="11425084" cy="56338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1363C3-5065-5B3E-FBE0-80C76B9028DF}"/>
              </a:ext>
            </a:extLst>
          </p:cNvPr>
          <p:cNvSpPr txBox="1"/>
          <p:nvPr/>
        </p:nvSpPr>
        <p:spPr>
          <a:xfrm>
            <a:off x="1410900" y="6110563"/>
            <a:ext cx="9370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Review Results: View a list of duplicate files and Confirmation.</a:t>
            </a:r>
          </a:p>
        </p:txBody>
      </p:sp>
      <p:pic>
        <p:nvPicPr>
          <p:cNvPr id="7" name="Picture 6">
            <a:hlinkClick r:id="rId3" action="ppaction://hlinksldjump"/>
            <a:extLst>
              <a:ext uri="{FF2B5EF4-FFF2-40B4-BE49-F238E27FC236}">
                <a16:creationId xmlns:a16="http://schemas.microsoft.com/office/drawing/2014/main" id="{5BF30D6B-BC4D-6E1E-45AC-9A9020F0BB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58" y="6041255"/>
            <a:ext cx="652374" cy="652374"/>
          </a:xfrm>
          <a:prstGeom prst="rect">
            <a:avLst/>
          </a:prstGeom>
        </p:spPr>
      </p:pic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6D32F61A-DFDF-2629-0E90-ECF50BFC4E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156168" y="6041255"/>
            <a:ext cx="652374" cy="652374"/>
          </a:xfrm>
          <a:prstGeom prst="rect">
            <a:avLst/>
          </a:prstGeom>
        </p:spPr>
      </p:pic>
      <p:sp>
        <p:nvSpPr>
          <p:cNvPr id="12" name="Arrow: Up 11">
            <a:hlinkClick r:id="rId6" action="ppaction://hlinksldjump"/>
            <a:extLst>
              <a:ext uri="{FF2B5EF4-FFF2-40B4-BE49-F238E27FC236}">
                <a16:creationId xmlns:a16="http://schemas.microsoft.com/office/drawing/2014/main" id="{74FDD8E6-1825-E23B-CEB0-529C8EEB33EB}"/>
              </a:ext>
            </a:extLst>
          </p:cNvPr>
          <p:cNvSpPr/>
          <p:nvPr/>
        </p:nvSpPr>
        <p:spPr>
          <a:xfrm rot="16200000">
            <a:off x="449153" y="-19740"/>
            <a:ext cx="218024" cy="343901"/>
          </a:xfrm>
          <a:prstGeom prst="upArrow">
            <a:avLst>
              <a:gd name="adj1" fmla="val 31360"/>
              <a:gd name="adj2" fmla="val 5233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795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C73A1-A5CD-31A0-DA77-9BB1BB2A4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CFEB02-1779-B1E6-4002-EFAA0166B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3458" y="334296"/>
            <a:ext cx="11425084" cy="56338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33DCFF-1DA4-EDCE-8302-B66504CEAD55}"/>
              </a:ext>
            </a:extLst>
          </p:cNvPr>
          <p:cNvSpPr txBox="1"/>
          <p:nvPr/>
        </p:nvSpPr>
        <p:spPr>
          <a:xfrm>
            <a:off x="1788705" y="6110563"/>
            <a:ext cx="8614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Delete Duplicates : Remove Duplicates Files Successfully.</a:t>
            </a:r>
          </a:p>
        </p:txBody>
      </p:sp>
      <p:pic>
        <p:nvPicPr>
          <p:cNvPr id="7" name="Picture 6">
            <a:hlinkClick r:id="rId3" action="ppaction://hlinksldjump"/>
            <a:extLst>
              <a:ext uri="{FF2B5EF4-FFF2-40B4-BE49-F238E27FC236}">
                <a16:creationId xmlns:a16="http://schemas.microsoft.com/office/drawing/2014/main" id="{B3C76710-2E35-EB01-8CE2-2B87F9771B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58" y="6041255"/>
            <a:ext cx="652374" cy="652374"/>
          </a:xfrm>
          <a:prstGeom prst="rect">
            <a:avLst/>
          </a:prstGeom>
        </p:spPr>
      </p:pic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E8BEF847-0F37-809D-96E1-64F51A5AA7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156168" y="6041255"/>
            <a:ext cx="652374" cy="652374"/>
          </a:xfrm>
          <a:prstGeom prst="rect">
            <a:avLst/>
          </a:prstGeom>
        </p:spPr>
      </p:pic>
      <p:sp>
        <p:nvSpPr>
          <p:cNvPr id="12" name="Arrow: Up 11">
            <a:hlinkClick r:id="rId6" action="ppaction://hlinksldjump"/>
            <a:extLst>
              <a:ext uri="{FF2B5EF4-FFF2-40B4-BE49-F238E27FC236}">
                <a16:creationId xmlns:a16="http://schemas.microsoft.com/office/drawing/2014/main" id="{A91ACE09-1922-2A47-DFF4-3187DF52DD53}"/>
              </a:ext>
            </a:extLst>
          </p:cNvPr>
          <p:cNvSpPr/>
          <p:nvPr/>
        </p:nvSpPr>
        <p:spPr>
          <a:xfrm rot="16200000">
            <a:off x="449153" y="-19740"/>
            <a:ext cx="218024" cy="343901"/>
          </a:xfrm>
          <a:prstGeom prst="upArrow">
            <a:avLst>
              <a:gd name="adj1" fmla="val 31360"/>
              <a:gd name="adj2" fmla="val 5233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291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2D19F-65A1-F4FD-851A-0C1BA7BFE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D1D010-8E8D-86BA-538A-CAE51FD297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3458" y="334296"/>
            <a:ext cx="11425084" cy="56338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E7B63B-CF7D-720D-D9E7-1C7FCE09B0DE}"/>
              </a:ext>
            </a:extLst>
          </p:cNvPr>
          <p:cNvSpPr txBox="1"/>
          <p:nvPr/>
        </p:nvSpPr>
        <p:spPr>
          <a:xfrm>
            <a:off x="2002065" y="6105832"/>
            <a:ext cx="8187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Save History : Deletion details are saved in a JSON file.</a:t>
            </a:r>
          </a:p>
        </p:txBody>
      </p:sp>
      <p:pic>
        <p:nvPicPr>
          <p:cNvPr id="7" name="Picture 6">
            <a:hlinkClick r:id="rId3" action="ppaction://hlinksldjump"/>
            <a:extLst>
              <a:ext uri="{FF2B5EF4-FFF2-40B4-BE49-F238E27FC236}">
                <a16:creationId xmlns:a16="http://schemas.microsoft.com/office/drawing/2014/main" id="{CE9A0E69-9C24-24E3-7AC4-385CF2087F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58" y="6041255"/>
            <a:ext cx="652374" cy="6523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EACDA1-D9A4-2EFF-4C81-FF1E79D3E2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156168" y="6041255"/>
            <a:ext cx="652374" cy="652374"/>
          </a:xfrm>
          <a:prstGeom prst="rect">
            <a:avLst/>
          </a:prstGeom>
        </p:spPr>
      </p:pic>
      <p:sp>
        <p:nvSpPr>
          <p:cNvPr id="12" name="Arrow: Up 11">
            <a:hlinkClick r:id="rId5" action="ppaction://hlinksldjump"/>
            <a:extLst>
              <a:ext uri="{FF2B5EF4-FFF2-40B4-BE49-F238E27FC236}">
                <a16:creationId xmlns:a16="http://schemas.microsoft.com/office/drawing/2014/main" id="{92860594-EB8D-87EA-50C7-4F426843A638}"/>
              </a:ext>
            </a:extLst>
          </p:cNvPr>
          <p:cNvSpPr/>
          <p:nvPr/>
        </p:nvSpPr>
        <p:spPr>
          <a:xfrm rot="16200000">
            <a:off x="449153" y="-19740"/>
            <a:ext cx="218024" cy="343901"/>
          </a:xfrm>
          <a:prstGeom prst="upArrow">
            <a:avLst>
              <a:gd name="adj1" fmla="val 31360"/>
              <a:gd name="adj2" fmla="val 5233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827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31D7F-9DC1-ABA3-A723-5B8A6966E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3ADBAE8-9405-2E7C-FEC3-3ADFD4179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49"/>
            <a:ext cx="12192000" cy="886751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F12F397F-AB96-B64C-1B73-7EDB57487DF2}"/>
              </a:ext>
            </a:extLst>
          </p:cNvPr>
          <p:cNvSpPr/>
          <p:nvPr/>
        </p:nvSpPr>
        <p:spPr>
          <a:xfrm>
            <a:off x="-2054860" y="5967880"/>
            <a:ext cx="16301720" cy="1275496"/>
          </a:xfrm>
          <a:prstGeom prst="ellipse">
            <a:avLst/>
          </a:prstGeom>
          <a:gradFill flip="none" rotWithShape="1">
            <a:gsLst>
              <a:gs pos="0">
                <a:srgbClr val="212121"/>
              </a:gs>
              <a:gs pos="100000">
                <a:srgbClr val="00B0F0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293298-E98B-3719-0F69-E2EA024E800D}"/>
              </a:ext>
            </a:extLst>
          </p:cNvPr>
          <p:cNvSpPr txBox="1"/>
          <p:nvPr/>
        </p:nvSpPr>
        <p:spPr>
          <a:xfrm>
            <a:off x="2338644" y="1350165"/>
            <a:ext cx="6729599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Swis721 Hv BT" panose="020B0804020202020204" pitchFamily="34" charset="0"/>
              </a:rPr>
              <a:t>Frontend Code (Java Swing)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Swis721 Hv BT" panose="020B08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27486C-A736-ED45-97A5-1862CD910BE5}"/>
              </a:ext>
            </a:extLst>
          </p:cNvPr>
          <p:cNvSpPr txBox="1"/>
          <p:nvPr/>
        </p:nvSpPr>
        <p:spPr>
          <a:xfrm>
            <a:off x="2351553" y="2123168"/>
            <a:ext cx="4770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Built using Java Swing for a desktop application.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1F6EE2-C5F1-35A9-E508-E71B8C5D56CA}"/>
              </a:ext>
            </a:extLst>
          </p:cNvPr>
          <p:cNvSpPr/>
          <p:nvPr/>
        </p:nvSpPr>
        <p:spPr>
          <a:xfrm>
            <a:off x="2417709" y="1996496"/>
            <a:ext cx="735658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317C3EB-E7A0-53C4-72CE-7C6941AC52B5}"/>
              </a:ext>
            </a:extLst>
          </p:cNvPr>
          <p:cNvSpPr/>
          <p:nvPr/>
        </p:nvSpPr>
        <p:spPr>
          <a:xfrm>
            <a:off x="4114799" y="3654703"/>
            <a:ext cx="3962402" cy="45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TextBox 39">
            <a:hlinkClick r:id="rId3" action="ppaction://hlinksldjump"/>
            <a:extLst>
              <a:ext uri="{FF2B5EF4-FFF2-40B4-BE49-F238E27FC236}">
                <a16:creationId xmlns:a16="http://schemas.microsoft.com/office/drawing/2014/main" id="{A251F782-F2D6-F18C-507D-D5465D9CA3C2}"/>
              </a:ext>
            </a:extLst>
          </p:cNvPr>
          <p:cNvSpPr txBox="1"/>
          <p:nvPr/>
        </p:nvSpPr>
        <p:spPr>
          <a:xfrm>
            <a:off x="7589432" y="3492897"/>
            <a:ext cx="1069525" cy="369332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B2D3A6-D510-B9C4-EC59-EF8435160105}"/>
              </a:ext>
            </a:extLst>
          </p:cNvPr>
          <p:cNvSpPr txBox="1"/>
          <p:nvPr/>
        </p:nvSpPr>
        <p:spPr>
          <a:xfrm>
            <a:off x="2417709" y="2573453"/>
            <a:ext cx="3891193" cy="1477328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- Features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:   </a:t>
            </a:r>
          </a:p>
          <a:p>
            <a:r>
              <a:rPr lang="en-US" dirty="0"/>
              <a:t>    - Splash screen with progress bar.    </a:t>
            </a:r>
          </a:p>
          <a:p>
            <a:r>
              <a:rPr lang="en-US" dirty="0"/>
              <a:t>    - System tray integration.    </a:t>
            </a:r>
          </a:p>
          <a:p>
            <a:r>
              <a:rPr lang="en-US" dirty="0"/>
              <a:t>    - Intuitive UI with buttons and lists.    </a:t>
            </a:r>
          </a:p>
          <a:p>
            <a:r>
              <a:rPr lang="en-US" dirty="0"/>
              <a:t>    - Customizable color themes.</a:t>
            </a:r>
          </a:p>
        </p:txBody>
      </p:sp>
      <p:sp>
        <p:nvSpPr>
          <p:cNvPr id="14" name="TextBox 13">
            <a:hlinkClick r:id="rId4" action="ppaction://hlinksldjump"/>
            <a:extLst>
              <a:ext uri="{FF2B5EF4-FFF2-40B4-BE49-F238E27FC236}">
                <a16:creationId xmlns:a16="http://schemas.microsoft.com/office/drawing/2014/main" id="{23571539-ECB3-78E8-2691-825B1BAAD921}"/>
              </a:ext>
            </a:extLst>
          </p:cNvPr>
          <p:cNvSpPr txBox="1"/>
          <p:nvPr/>
        </p:nvSpPr>
        <p:spPr>
          <a:xfrm>
            <a:off x="1777753" y="5922161"/>
            <a:ext cx="1334596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HOME PAGE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5070BC1-4267-B505-F46E-CF0D8FF145BB}"/>
              </a:ext>
            </a:extLst>
          </p:cNvPr>
          <p:cNvCxnSpPr>
            <a:cxnSpLocks/>
          </p:cNvCxnSpPr>
          <p:nvPr/>
        </p:nvCxnSpPr>
        <p:spPr>
          <a:xfrm>
            <a:off x="3158205" y="6103509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hlinkClick r:id="rId5" action="ppaction://hlinksldjump"/>
            <a:extLst>
              <a:ext uri="{FF2B5EF4-FFF2-40B4-BE49-F238E27FC236}">
                <a16:creationId xmlns:a16="http://schemas.microsoft.com/office/drawing/2014/main" id="{B4045412-AA38-DAFB-2DAF-1C2EF2CF1A42}"/>
              </a:ext>
            </a:extLst>
          </p:cNvPr>
          <p:cNvSpPr txBox="1"/>
          <p:nvPr/>
        </p:nvSpPr>
        <p:spPr>
          <a:xfrm>
            <a:off x="3251442" y="5922161"/>
            <a:ext cx="1352230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Introduction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7E9BCFF-8C14-D58F-3BAA-28C9CEB25B1B}"/>
              </a:ext>
            </a:extLst>
          </p:cNvPr>
          <p:cNvCxnSpPr>
            <a:cxnSpLocks/>
          </p:cNvCxnSpPr>
          <p:nvPr/>
        </p:nvCxnSpPr>
        <p:spPr>
          <a:xfrm>
            <a:off x="4649528" y="6103509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DECCA91-08D7-EDCE-D160-94885765254B}"/>
              </a:ext>
            </a:extLst>
          </p:cNvPr>
          <p:cNvCxnSpPr>
            <a:cxnSpLocks/>
          </p:cNvCxnSpPr>
          <p:nvPr/>
        </p:nvCxnSpPr>
        <p:spPr>
          <a:xfrm>
            <a:off x="6225951" y="6100191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hlinkClick r:id="rId6" action="ppaction://hlinksldjump"/>
            <a:extLst>
              <a:ext uri="{FF2B5EF4-FFF2-40B4-BE49-F238E27FC236}">
                <a16:creationId xmlns:a16="http://schemas.microsoft.com/office/drawing/2014/main" id="{F3DDB177-68E8-03F0-D723-4A5035B94DA6}"/>
              </a:ext>
            </a:extLst>
          </p:cNvPr>
          <p:cNvSpPr txBox="1"/>
          <p:nvPr/>
        </p:nvSpPr>
        <p:spPr>
          <a:xfrm>
            <a:off x="6319187" y="5918843"/>
            <a:ext cx="2518638" cy="369332"/>
          </a:xfrm>
          <a:prstGeom prst="rect">
            <a:avLst/>
          </a:prstGeom>
          <a:solidFill>
            <a:srgbClr val="E9542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Frontend Code Overview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8CA6F14-A064-214B-8C32-B8128C65461E}"/>
              </a:ext>
            </a:extLst>
          </p:cNvPr>
          <p:cNvCxnSpPr>
            <a:cxnSpLocks/>
          </p:cNvCxnSpPr>
          <p:nvPr/>
        </p:nvCxnSpPr>
        <p:spPr>
          <a:xfrm>
            <a:off x="8876257" y="6096873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hlinkClick r:id="rId7" action="ppaction://hlinksldjump"/>
            <a:extLst>
              <a:ext uri="{FF2B5EF4-FFF2-40B4-BE49-F238E27FC236}">
                <a16:creationId xmlns:a16="http://schemas.microsoft.com/office/drawing/2014/main" id="{7185EBC0-26D9-9075-9BD1-4B2D1610715D}"/>
              </a:ext>
            </a:extLst>
          </p:cNvPr>
          <p:cNvSpPr txBox="1"/>
          <p:nvPr/>
        </p:nvSpPr>
        <p:spPr>
          <a:xfrm>
            <a:off x="4742764" y="5922161"/>
            <a:ext cx="144475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How It Works</a:t>
            </a:r>
          </a:p>
        </p:txBody>
      </p:sp>
      <p:sp>
        <p:nvSpPr>
          <p:cNvPr id="5" name="TextBox 4">
            <a:hlinkClick r:id="rId8" action="ppaction://hlinksldjump"/>
            <a:extLst>
              <a:ext uri="{FF2B5EF4-FFF2-40B4-BE49-F238E27FC236}">
                <a16:creationId xmlns:a16="http://schemas.microsoft.com/office/drawing/2014/main" id="{107104E3-CC0C-4EF1-B01D-2ED60FBC0BD3}"/>
              </a:ext>
            </a:extLst>
          </p:cNvPr>
          <p:cNvSpPr txBox="1"/>
          <p:nvPr/>
        </p:nvSpPr>
        <p:spPr>
          <a:xfrm>
            <a:off x="8969493" y="5915525"/>
            <a:ext cx="144475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JSON Data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AB2DD0F-5212-3577-1DC7-E868D25014DC}"/>
              </a:ext>
            </a:extLst>
          </p:cNvPr>
          <p:cNvCxnSpPr>
            <a:cxnSpLocks/>
          </p:cNvCxnSpPr>
          <p:nvPr/>
        </p:nvCxnSpPr>
        <p:spPr>
          <a:xfrm>
            <a:off x="4937503" y="6605550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hlinkClick r:id="rId9" action="ppaction://hlinksldjump"/>
            <a:extLst>
              <a:ext uri="{FF2B5EF4-FFF2-40B4-BE49-F238E27FC236}">
                <a16:creationId xmlns:a16="http://schemas.microsoft.com/office/drawing/2014/main" id="{782B2C57-DA22-2504-E51F-2E490F346E3C}"/>
              </a:ext>
            </a:extLst>
          </p:cNvPr>
          <p:cNvSpPr txBox="1"/>
          <p:nvPr/>
        </p:nvSpPr>
        <p:spPr>
          <a:xfrm>
            <a:off x="5030739" y="6424202"/>
            <a:ext cx="1334597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Benefits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A3030D-EB1D-9A73-F9FC-44A000D7EB46}"/>
              </a:ext>
            </a:extLst>
          </p:cNvPr>
          <p:cNvCxnSpPr>
            <a:cxnSpLocks/>
          </p:cNvCxnSpPr>
          <p:nvPr/>
        </p:nvCxnSpPr>
        <p:spPr>
          <a:xfrm>
            <a:off x="6404353" y="6602232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hlinkClick r:id="rId10" action="ppaction://hlinksldjump"/>
            <a:extLst>
              <a:ext uri="{FF2B5EF4-FFF2-40B4-BE49-F238E27FC236}">
                <a16:creationId xmlns:a16="http://schemas.microsoft.com/office/drawing/2014/main" id="{B6CB51E4-1F13-531E-BCF4-EEA9E04C73A8}"/>
              </a:ext>
            </a:extLst>
          </p:cNvPr>
          <p:cNvSpPr txBox="1"/>
          <p:nvPr/>
        </p:nvSpPr>
        <p:spPr>
          <a:xfrm>
            <a:off x="6497589" y="6420884"/>
            <a:ext cx="2285456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Future Enhancements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E0B63B2-D046-48E2-B72B-1DD3E990CC6A}"/>
              </a:ext>
            </a:extLst>
          </p:cNvPr>
          <p:cNvCxnSpPr>
            <a:cxnSpLocks/>
          </p:cNvCxnSpPr>
          <p:nvPr/>
        </p:nvCxnSpPr>
        <p:spPr>
          <a:xfrm>
            <a:off x="8832429" y="6602232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34EF277-E9C1-E979-2E57-10A4E0613E37}"/>
              </a:ext>
            </a:extLst>
          </p:cNvPr>
          <p:cNvCxnSpPr>
            <a:cxnSpLocks/>
          </p:cNvCxnSpPr>
          <p:nvPr/>
        </p:nvCxnSpPr>
        <p:spPr>
          <a:xfrm>
            <a:off x="3423028" y="6602232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hlinkClick r:id="rId11" action="ppaction://hlinksldjump"/>
            <a:extLst>
              <a:ext uri="{FF2B5EF4-FFF2-40B4-BE49-F238E27FC236}">
                <a16:creationId xmlns:a16="http://schemas.microsoft.com/office/drawing/2014/main" id="{171BB1F6-4CFA-9409-17D5-7B4F856EDC89}"/>
              </a:ext>
            </a:extLst>
          </p:cNvPr>
          <p:cNvSpPr txBox="1"/>
          <p:nvPr/>
        </p:nvSpPr>
        <p:spPr>
          <a:xfrm>
            <a:off x="3520311" y="6417566"/>
            <a:ext cx="137817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Key Features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A1149B4-41B8-6124-855C-77A07FCECF70}"/>
              </a:ext>
            </a:extLst>
          </p:cNvPr>
          <p:cNvCxnSpPr>
            <a:cxnSpLocks/>
          </p:cNvCxnSpPr>
          <p:nvPr/>
        </p:nvCxnSpPr>
        <p:spPr>
          <a:xfrm>
            <a:off x="4937503" y="6605550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3CABF74-A94E-E426-8423-DC44EBDF60F8}"/>
              </a:ext>
            </a:extLst>
          </p:cNvPr>
          <p:cNvCxnSpPr>
            <a:cxnSpLocks/>
          </p:cNvCxnSpPr>
          <p:nvPr/>
        </p:nvCxnSpPr>
        <p:spPr>
          <a:xfrm>
            <a:off x="6404353" y="6602232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D4F9A8D-A94E-F16E-D74C-08EF09C46502}"/>
              </a:ext>
            </a:extLst>
          </p:cNvPr>
          <p:cNvCxnSpPr>
            <a:cxnSpLocks/>
          </p:cNvCxnSpPr>
          <p:nvPr/>
        </p:nvCxnSpPr>
        <p:spPr>
          <a:xfrm>
            <a:off x="8832429" y="6602232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737153D-86F2-E0F8-7FD8-C98A0B09C684}"/>
              </a:ext>
            </a:extLst>
          </p:cNvPr>
          <p:cNvCxnSpPr>
            <a:cxnSpLocks/>
          </p:cNvCxnSpPr>
          <p:nvPr/>
        </p:nvCxnSpPr>
        <p:spPr>
          <a:xfrm>
            <a:off x="3423028" y="6602232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hlinkClick r:id="rId12" action="ppaction://hlinksldjump"/>
            <a:extLst>
              <a:ext uri="{FF2B5EF4-FFF2-40B4-BE49-F238E27FC236}">
                <a16:creationId xmlns:a16="http://schemas.microsoft.com/office/drawing/2014/main" id="{D6664ABD-B3B9-FE08-41C6-4EBF4E114156}"/>
              </a:ext>
            </a:extLst>
          </p:cNvPr>
          <p:cNvSpPr txBox="1"/>
          <p:nvPr/>
        </p:nvSpPr>
        <p:spPr>
          <a:xfrm>
            <a:off x="8925665" y="6420884"/>
            <a:ext cx="126164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8" name="TextBox 37">
            <a:hlinkClick r:id="rId13" action="ppaction://hlinksldjump"/>
            <a:extLst>
              <a:ext uri="{FF2B5EF4-FFF2-40B4-BE49-F238E27FC236}">
                <a16:creationId xmlns:a16="http://schemas.microsoft.com/office/drawing/2014/main" id="{F9FAB770-1073-A534-C916-C1DB7CAB439B}"/>
              </a:ext>
            </a:extLst>
          </p:cNvPr>
          <p:cNvSpPr txBox="1"/>
          <p:nvPr/>
        </p:nvSpPr>
        <p:spPr>
          <a:xfrm>
            <a:off x="1963848" y="6424202"/>
            <a:ext cx="137817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ER-Diagram</a:t>
            </a:r>
          </a:p>
        </p:txBody>
      </p:sp>
    </p:spTree>
    <p:extLst>
      <p:ext uri="{BB962C8B-B14F-4D97-AF65-F5344CB8AC3E}">
        <p14:creationId xmlns:p14="http://schemas.microsoft.com/office/powerpoint/2010/main" val="3379814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 animBg="1"/>
      <p:bldP spid="41" grpId="0" animBg="1"/>
      <p:bldP spid="40" grpId="0" animBg="1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2BB8E-A144-AA1F-4BC6-F82299BE2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561313E-6CA6-B7AC-7029-B829F1012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49"/>
            <a:ext cx="12192000" cy="886751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16E650A3-33E1-E5C0-7790-322C5B3966EB}"/>
              </a:ext>
            </a:extLst>
          </p:cNvPr>
          <p:cNvSpPr/>
          <p:nvPr/>
        </p:nvSpPr>
        <p:spPr>
          <a:xfrm>
            <a:off x="-2054860" y="5967880"/>
            <a:ext cx="16301720" cy="1275496"/>
          </a:xfrm>
          <a:prstGeom prst="ellipse">
            <a:avLst/>
          </a:prstGeom>
          <a:gradFill flip="none" rotWithShape="1">
            <a:gsLst>
              <a:gs pos="0">
                <a:srgbClr val="212121"/>
              </a:gs>
              <a:gs pos="100000">
                <a:srgbClr val="00B0F0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CD2836-EB2B-0198-B977-D7CD407EC248}"/>
              </a:ext>
            </a:extLst>
          </p:cNvPr>
          <p:cNvSpPr txBox="1"/>
          <p:nvPr/>
        </p:nvSpPr>
        <p:spPr>
          <a:xfrm>
            <a:off x="2338644" y="1350165"/>
            <a:ext cx="6551281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Swis721 Hv BT" panose="020B0804020202020204" pitchFamily="34" charset="0"/>
              </a:rPr>
              <a:t>Data Saved in JSON Format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Swis721 Hv BT" panose="020B08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D4AEF3-5C31-AF17-A844-4064D65CAB8B}"/>
              </a:ext>
            </a:extLst>
          </p:cNvPr>
          <p:cNvSpPr txBox="1"/>
          <p:nvPr/>
        </p:nvSpPr>
        <p:spPr>
          <a:xfrm>
            <a:off x="2351553" y="2123168"/>
            <a:ext cx="7563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Handles structured data efficiently, including storing and managing deletion</a:t>
            </a:r>
          </a:p>
          <a:p>
            <a:r>
              <a:rPr lang="en-US" dirty="0"/>
              <a:t>   history to track changes, recover lost data, and ensure auditability.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F58E91E-5CFB-7576-4CF6-3CD8EE291FBD}"/>
              </a:ext>
            </a:extLst>
          </p:cNvPr>
          <p:cNvSpPr/>
          <p:nvPr/>
        </p:nvSpPr>
        <p:spPr>
          <a:xfrm>
            <a:off x="2417709" y="1996496"/>
            <a:ext cx="735658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5A0D7A5-AFD2-ED5A-1F14-2BF1B2F5B5C9}"/>
              </a:ext>
            </a:extLst>
          </p:cNvPr>
          <p:cNvSpPr/>
          <p:nvPr/>
        </p:nvSpPr>
        <p:spPr>
          <a:xfrm>
            <a:off x="3685402" y="4322641"/>
            <a:ext cx="4261032" cy="491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TextBox 39">
            <a:hlinkClick r:id="rId3" action="ppaction://hlinksldjump"/>
            <a:extLst>
              <a:ext uri="{FF2B5EF4-FFF2-40B4-BE49-F238E27FC236}">
                <a16:creationId xmlns:a16="http://schemas.microsoft.com/office/drawing/2014/main" id="{17401ED3-EAD5-5CD9-54EF-3167BC91F0E5}"/>
              </a:ext>
            </a:extLst>
          </p:cNvPr>
          <p:cNvSpPr txBox="1"/>
          <p:nvPr/>
        </p:nvSpPr>
        <p:spPr>
          <a:xfrm>
            <a:off x="7921407" y="4152560"/>
            <a:ext cx="1069525" cy="369332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A2ABE7-FE1D-86EA-9C35-B7A8A85F8800}"/>
              </a:ext>
            </a:extLst>
          </p:cNvPr>
          <p:cNvSpPr txBox="1"/>
          <p:nvPr/>
        </p:nvSpPr>
        <p:spPr>
          <a:xfrm>
            <a:off x="2352530" y="2904180"/>
            <a:ext cx="5008390" cy="120032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- Fields : </a:t>
            </a:r>
            <a:endParaRPr lang="en-US" dirty="0"/>
          </a:p>
          <a:p>
            <a:r>
              <a:rPr lang="en-US" dirty="0"/>
              <a:t>     - path: File path.    </a:t>
            </a:r>
          </a:p>
          <a:p>
            <a:r>
              <a:rPr lang="en-US" dirty="0"/>
              <a:t>     - name : File name.    </a:t>
            </a:r>
          </a:p>
          <a:p>
            <a:r>
              <a:rPr lang="en-US" dirty="0"/>
              <a:t>     - </a:t>
            </a:r>
            <a:r>
              <a:rPr lang="en-US" dirty="0" err="1"/>
              <a:t>deleted_at</a:t>
            </a:r>
            <a:r>
              <a:rPr lang="en-US" dirty="0"/>
              <a:t> : Timestamp of deletion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6AC64A-3C1E-268A-735E-78991875C351}"/>
              </a:ext>
            </a:extLst>
          </p:cNvPr>
          <p:cNvSpPr txBox="1"/>
          <p:nvPr/>
        </p:nvSpPr>
        <p:spPr>
          <a:xfrm>
            <a:off x="2624933" y="4156503"/>
            <a:ext cx="1075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EXAMPLE</a:t>
            </a:r>
          </a:p>
        </p:txBody>
      </p:sp>
      <p:sp>
        <p:nvSpPr>
          <p:cNvPr id="14" name="TextBox 13">
            <a:hlinkClick r:id="rId4" action="ppaction://hlinksldjump"/>
            <a:extLst>
              <a:ext uri="{FF2B5EF4-FFF2-40B4-BE49-F238E27FC236}">
                <a16:creationId xmlns:a16="http://schemas.microsoft.com/office/drawing/2014/main" id="{6B6B0C67-FFFE-927E-7BC6-3781F27AFDCE}"/>
              </a:ext>
            </a:extLst>
          </p:cNvPr>
          <p:cNvSpPr txBox="1"/>
          <p:nvPr/>
        </p:nvSpPr>
        <p:spPr>
          <a:xfrm>
            <a:off x="1777753" y="5922161"/>
            <a:ext cx="1334596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HOME PAGE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5BC8D26-3453-404A-40E6-1E11F48D99C8}"/>
              </a:ext>
            </a:extLst>
          </p:cNvPr>
          <p:cNvCxnSpPr>
            <a:cxnSpLocks/>
          </p:cNvCxnSpPr>
          <p:nvPr/>
        </p:nvCxnSpPr>
        <p:spPr>
          <a:xfrm>
            <a:off x="3158205" y="6103509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hlinkClick r:id="rId5" action="ppaction://hlinksldjump"/>
            <a:extLst>
              <a:ext uri="{FF2B5EF4-FFF2-40B4-BE49-F238E27FC236}">
                <a16:creationId xmlns:a16="http://schemas.microsoft.com/office/drawing/2014/main" id="{0EA92AB3-4711-5FF8-3264-85C49D391D07}"/>
              </a:ext>
            </a:extLst>
          </p:cNvPr>
          <p:cNvSpPr txBox="1"/>
          <p:nvPr/>
        </p:nvSpPr>
        <p:spPr>
          <a:xfrm>
            <a:off x="3251442" y="5922161"/>
            <a:ext cx="1352230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Introduction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CC50513-1160-4739-4AC9-D8456AB02676}"/>
              </a:ext>
            </a:extLst>
          </p:cNvPr>
          <p:cNvCxnSpPr>
            <a:cxnSpLocks/>
          </p:cNvCxnSpPr>
          <p:nvPr/>
        </p:nvCxnSpPr>
        <p:spPr>
          <a:xfrm>
            <a:off x="4649528" y="6103509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F56372D-B7ED-BB20-9388-3E64AFFF23F6}"/>
              </a:ext>
            </a:extLst>
          </p:cNvPr>
          <p:cNvCxnSpPr>
            <a:cxnSpLocks/>
          </p:cNvCxnSpPr>
          <p:nvPr/>
        </p:nvCxnSpPr>
        <p:spPr>
          <a:xfrm>
            <a:off x="6225951" y="6100191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hlinkClick r:id="rId6" action="ppaction://hlinksldjump"/>
            <a:extLst>
              <a:ext uri="{FF2B5EF4-FFF2-40B4-BE49-F238E27FC236}">
                <a16:creationId xmlns:a16="http://schemas.microsoft.com/office/drawing/2014/main" id="{F6405BDA-F108-A727-6294-D5857494A6F1}"/>
              </a:ext>
            </a:extLst>
          </p:cNvPr>
          <p:cNvSpPr txBox="1"/>
          <p:nvPr/>
        </p:nvSpPr>
        <p:spPr>
          <a:xfrm>
            <a:off x="6319187" y="5918843"/>
            <a:ext cx="2518638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Frontend Code Overview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E5A6754-C1DF-9D4E-DD56-88551D422B85}"/>
              </a:ext>
            </a:extLst>
          </p:cNvPr>
          <p:cNvCxnSpPr>
            <a:cxnSpLocks/>
          </p:cNvCxnSpPr>
          <p:nvPr/>
        </p:nvCxnSpPr>
        <p:spPr>
          <a:xfrm>
            <a:off x="8876257" y="6096873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hlinkClick r:id="rId7" action="ppaction://hlinksldjump"/>
            <a:extLst>
              <a:ext uri="{FF2B5EF4-FFF2-40B4-BE49-F238E27FC236}">
                <a16:creationId xmlns:a16="http://schemas.microsoft.com/office/drawing/2014/main" id="{2DAA2429-6FBD-B866-E09E-44399E27BD32}"/>
              </a:ext>
            </a:extLst>
          </p:cNvPr>
          <p:cNvSpPr txBox="1"/>
          <p:nvPr/>
        </p:nvSpPr>
        <p:spPr>
          <a:xfrm>
            <a:off x="8969493" y="5915525"/>
            <a:ext cx="1444755" cy="369332"/>
          </a:xfrm>
          <a:prstGeom prst="rect">
            <a:avLst/>
          </a:prstGeom>
          <a:solidFill>
            <a:srgbClr val="E9542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JSON Data</a:t>
            </a:r>
          </a:p>
        </p:txBody>
      </p:sp>
      <p:sp>
        <p:nvSpPr>
          <p:cNvPr id="4" name="TextBox 3">
            <a:hlinkClick r:id="rId8" action="ppaction://hlinksldjump"/>
            <a:extLst>
              <a:ext uri="{FF2B5EF4-FFF2-40B4-BE49-F238E27FC236}">
                <a16:creationId xmlns:a16="http://schemas.microsoft.com/office/drawing/2014/main" id="{AC98E30E-CEEF-2E37-EC6E-5C5A7417FEE5}"/>
              </a:ext>
            </a:extLst>
          </p:cNvPr>
          <p:cNvSpPr txBox="1"/>
          <p:nvPr/>
        </p:nvSpPr>
        <p:spPr>
          <a:xfrm>
            <a:off x="4742764" y="5922161"/>
            <a:ext cx="144475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How It Works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D6A2FA2-15F7-45E8-4690-FB9C636600E9}"/>
              </a:ext>
            </a:extLst>
          </p:cNvPr>
          <p:cNvCxnSpPr>
            <a:cxnSpLocks/>
          </p:cNvCxnSpPr>
          <p:nvPr/>
        </p:nvCxnSpPr>
        <p:spPr>
          <a:xfrm>
            <a:off x="4937503" y="6605550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hlinkClick r:id="rId9" action="ppaction://hlinksldjump"/>
            <a:extLst>
              <a:ext uri="{FF2B5EF4-FFF2-40B4-BE49-F238E27FC236}">
                <a16:creationId xmlns:a16="http://schemas.microsoft.com/office/drawing/2014/main" id="{0D1FB16B-F053-478E-1BCB-DF43C0D725E9}"/>
              </a:ext>
            </a:extLst>
          </p:cNvPr>
          <p:cNvSpPr txBox="1"/>
          <p:nvPr/>
        </p:nvSpPr>
        <p:spPr>
          <a:xfrm>
            <a:off x="5030739" y="6424202"/>
            <a:ext cx="1334597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Benefits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5F155A8-770F-EF53-FABF-97A8072093AB}"/>
              </a:ext>
            </a:extLst>
          </p:cNvPr>
          <p:cNvCxnSpPr>
            <a:cxnSpLocks/>
          </p:cNvCxnSpPr>
          <p:nvPr/>
        </p:nvCxnSpPr>
        <p:spPr>
          <a:xfrm>
            <a:off x="6404353" y="6602232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hlinkClick r:id="rId10" action="ppaction://hlinksldjump"/>
            <a:extLst>
              <a:ext uri="{FF2B5EF4-FFF2-40B4-BE49-F238E27FC236}">
                <a16:creationId xmlns:a16="http://schemas.microsoft.com/office/drawing/2014/main" id="{D46D772B-412F-6DB6-29B7-07EC4C2E3FA4}"/>
              </a:ext>
            </a:extLst>
          </p:cNvPr>
          <p:cNvSpPr txBox="1"/>
          <p:nvPr/>
        </p:nvSpPr>
        <p:spPr>
          <a:xfrm>
            <a:off x="6497589" y="6420884"/>
            <a:ext cx="2285456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Future Enhancements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A02CEC9-516C-DBCA-25F6-415A82D3135E}"/>
              </a:ext>
            </a:extLst>
          </p:cNvPr>
          <p:cNvCxnSpPr>
            <a:cxnSpLocks/>
          </p:cNvCxnSpPr>
          <p:nvPr/>
        </p:nvCxnSpPr>
        <p:spPr>
          <a:xfrm>
            <a:off x="8832429" y="6602232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8F2C87C-73F8-C1E9-E0E9-7A2F1206C9EE}"/>
              </a:ext>
            </a:extLst>
          </p:cNvPr>
          <p:cNvCxnSpPr>
            <a:cxnSpLocks/>
          </p:cNvCxnSpPr>
          <p:nvPr/>
        </p:nvCxnSpPr>
        <p:spPr>
          <a:xfrm>
            <a:off x="3423028" y="6602232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hlinkClick r:id="rId11" action="ppaction://hlinksldjump"/>
            <a:extLst>
              <a:ext uri="{FF2B5EF4-FFF2-40B4-BE49-F238E27FC236}">
                <a16:creationId xmlns:a16="http://schemas.microsoft.com/office/drawing/2014/main" id="{65816926-D07F-A30A-120E-71C736DB4472}"/>
              </a:ext>
            </a:extLst>
          </p:cNvPr>
          <p:cNvSpPr txBox="1"/>
          <p:nvPr/>
        </p:nvSpPr>
        <p:spPr>
          <a:xfrm>
            <a:off x="3520311" y="6417566"/>
            <a:ext cx="137817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Key Features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691F9FC-07B2-76AD-5B8C-0BFC8AFA2751}"/>
              </a:ext>
            </a:extLst>
          </p:cNvPr>
          <p:cNvCxnSpPr>
            <a:cxnSpLocks/>
          </p:cNvCxnSpPr>
          <p:nvPr/>
        </p:nvCxnSpPr>
        <p:spPr>
          <a:xfrm>
            <a:off x="4937503" y="6605550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4F50D19-B37A-5F97-F13B-14147B0EA9B9}"/>
              </a:ext>
            </a:extLst>
          </p:cNvPr>
          <p:cNvCxnSpPr>
            <a:cxnSpLocks/>
          </p:cNvCxnSpPr>
          <p:nvPr/>
        </p:nvCxnSpPr>
        <p:spPr>
          <a:xfrm>
            <a:off x="6404353" y="6602232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DAAC7F3-1E67-41B0-599E-44D5509B06FA}"/>
              </a:ext>
            </a:extLst>
          </p:cNvPr>
          <p:cNvCxnSpPr>
            <a:cxnSpLocks/>
          </p:cNvCxnSpPr>
          <p:nvPr/>
        </p:nvCxnSpPr>
        <p:spPr>
          <a:xfrm>
            <a:off x="8832429" y="6602232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A8AB7FE-7BBF-0CC2-041F-DE0334AA0140}"/>
              </a:ext>
            </a:extLst>
          </p:cNvPr>
          <p:cNvCxnSpPr>
            <a:cxnSpLocks/>
          </p:cNvCxnSpPr>
          <p:nvPr/>
        </p:nvCxnSpPr>
        <p:spPr>
          <a:xfrm>
            <a:off x="3423028" y="6602232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hlinkClick r:id="rId12" action="ppaction://hlinksldjump"/>
            <a:extLst>
              <a:ext uri="{FF2B5EF4-FFF2-40B4-BE49-F238E27FC236}">
                <a16:creationId xmlns:a16="http://schemas.microsoft.com/office/drawing/2014/main" id="{28BF5177-42CE-467F-789B-CBB65BC1F8E3}"/>
              </a:ext>
            </a:extLst>
          </p:cNvPr>
          <p:cNvSpPr txBox="1"/>
          <p:nvPr/>
        </p:nvSpPr>
        <p:spPr>
          <a:xfrm>
            <a:off x="8925665" y="6420884"/>
            <a:ext cx="126164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9" name="TextBox 38">
            <a:hlinkClick r:id="rId13" action="ppaction://hlinksldjump"/>
            <a:extLst>
              <a:ext uri="{FF2B5EF4-FFF2-40B4-BE49-F238E27FC236}">
                <a16:creationId xmlns:a16="http://schemas.microsoft.com/office/drawing/2014/main" id="{66FBE91E-F834-BF49-4F25-7D0D8F28C374}"/>
              </a:ext>
            </a:extLst>
          </p:cNvPr>
          <p:cNvSpPr txBox="1"/>
          <p:nvPr/>
        </p:nvSpPr>
        <p:spPr>
          <a:xfrm>
            <a:off x="1963848" y="6424202"/>
            <a:ext cx="137817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ER-Diagram</a:t>
            </a:r>
          </a:p>
        </p:txBody>
      </p:sp>
    </p:spTree>
    <p:extLst>
      <p:ext uri="{BB962C8B-B14F-4D97-AF65-F5344CB8AC3E}">
        <p14:creationId xmlns:p14="http://schemas.microsoft.com/office/powerpoint/2010/main" val="2153493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 animBg="1"/>
      <p:bldP spid="41" grpId="0" animBg="1"/>
      <p:bldP spid="40" grpId="0" animBg="1"/>
      <p:bldP spid="2" grpId="0" animBg="1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43735C-2A7B-2445-D953-291028F38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8195" y="0"/>
            <a:ext cx="12830841" cy="6858000"/>
          </a:xfrm>
          <a:prstGeom prst="rect">
            <a:avLst/>
          </a:prstGeom>
        </p:spPr>
      </p:pic>
      <p:sp>
        <p:nvSpPr>
          <p:cNvPr id="5" name="Arrow: Up 4">
            <a:extLst>
              <a:ext uri="{FF2B5EF4-FFF2-40B4-BE49-F238E27FC236}">
                <a16:creationId xmlns:a16="http://schemas.microsoft.com/office/drawing/2014/main" id="{ED392571-A356-E519-B4EC-F7D0C0F97D5D}"/>
              </a:ext>
            </a:extLst>
          </p:cNvPr>
          <p:cNvSpPr/>
          <p:nvPr/>
        </p:nvSpPr>
        <p:spPr>
          <a:xfrm rot="18255506">
            <a:off x="4137053" y="2125280"/>
            <a:ext cx="558800" cy="1838960"/>
          </a:xfrm>
          <a:prstGeom prst="upArrow">
            <a:avLst>
              <a:gd name="adj1" fmla="val 35455"/>
              <a:gd name="adj2" fmla="val 86364"/>
            </a:avLst>
          </a:prstGeom>
          <a:solidFill>
            <a:srgbClr val="FFD966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04B272-C7C0-7BE5-313B-4DEA3B0224DA}"/>
              </a:ext>
            </a:extLst>
          </p:cNvPr>
          <p:cNvSpPr/>
          <p:nvPr/>
        </p:nvSpPr>
        <p:spPr>
          <a:xfrm>
            <a:off x="4650288" y="2721405"/>
            <a:ext cx="3484880" cy="214376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21212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A9765D-88A9-8873-83E1-5D807C7DF943}"/>
              </a:ext>
            </a:extLst>
          </p:cNvPr>
          <p:cNvSpPr txBox="1"/>
          <p:nvPr/>
        </p:nvSpPr>
        <p:spPr>
          <a:xfrm>
            <a:off x="5103753" y="3028016"/>
            <a:ext cx="25779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Swis721 Hv BT" panose="020B0804020202020204" pitchFamily="34" charset="0"/>
              </a:rPr>
              <a:t>Data saved</a:t>
            </a:r>
          </a:p>
          <a:p>
            <a:pPr algn="ctr"/>
            <a:r>
              <a:rPr lang="en-I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Swis721 Hv BT" panose="020B0804020202020204" pitchFamily="34" charset="0"/>
              </a:rPr>
              <a:t>In JSON</a:t>
            </a:r>
          </a:p>
          <a:p>
            <a:pPr algn="ctr"/>
            <a:r>
              <a:rPr lang="en-I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Swis721 Hv BT" panose="020B0804020202020204" pitchFamily="34" charset="0"/>
              </a:rPr>
              <a:t>FORMAT</a:t>
            </a:r>
          </a:p>
        </p:txBody>
      </p:sp>
      <p:sp>
        <p:nvSpPr>
          <p:cNvPr id="8" name="Arrow: Up 7">
            <a:hlinkClick r:id="rId3" action="ppaction://hlinksldjump"/>
            <a:extLst>
              <a:ext uri="{FF2B5EF4-FFF2-40B4-BE49-F238E27FC236}">
                <a16:creationId xmlns:a16="http://schemas.microsoft.com/office/drawing/2014/main" id="{5A94CB5D-2B73-715E-6F71-775F87CEDF05}"/>
              </a:ext>
            </a:extLst>
          </p:cNvPr>
          <p:cNvSpPr/>
          <p:nvPr/>
        </p:nvSpPr>
        <p:spPr>
          <a:xfrm rot="16200000">
            <a:off x="11832378" y="6175867"/>
            <a:ext cx="218024" cy="343901"/>
          </a:xfrm>
          <a:prstGeom prst="upArrow">
            <a:avLst>
              <a:gd name="adj1" fmla="val 31360"/>
              <a:gd name="adj2" fmla="val 5233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081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15DCE-DAAE-C32E-CAF5-FF3F8A6F7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99ACB62-A7FD-4AAF-8DC9-F525DB833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49"/>
            <a:ext cx="12192000" cy="886751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DDA98C1D-2839-1D67-F777-E33FB27CFBA2}"/>
              </a:ext>
            </a:extLst>
          </p:cNvPr>
          <p:cNvSpPr/>
          <p:nvPr/>
        </p:nvSpPr>
        <p:spPr>
          <a:xfrm>
            <a:off x="-2054860" y="5967880"/>
            <a:ext cx="16301720" cy="1275496"/>
          </a:xfrm>
          <a:prstGeom prst="ellipse">
            <a:avLst/>
          </a:prstGeom>
          <a:gradFill flip="none" rotWithShape="1">
            <a:gsLst>
              <a:gs pos="0">
                <a:srgbClr val="212121"/>
              </a:gs>
              <a:gs pos="100000">
                <a:srgbClr val="00B0F0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70E1D4-2945-4691-882A-74F67311A9F9}"/>
              </a:ext>
            </a:extLst>
          </p:cNvPr>
          <p:cNvSpPr txBox="1"/>
          <p:nvPr/>
        </p:nvSpPr>
        <p:spPr>
          <a:xfrm>
            <a:off x="185380" y="108159"/>
            <a:ext cx="3204723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chemeClr val="accent5">
                    <a:lumMod val="75000"/>
                  </a:schemeClr>
                </a:solidFill>
                <a:latin typeface="Swis721 Hv BT" panose="020B0804020202020204" pitchFamily="34" charset="0"/>
              </a:rPr>
              <a:t>ER - Diagram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05459D9-BFCB-D95C-038E-F4A424FB8245}"/>
              </a:ext>
            </a:extLst>
          </p:cNvPr>
          <p:cNvSpPr/>
          <p:nvPr/>
        </p:nvSpPr>
        <p:spPr>
          <a:xfrm>
            <a:off x="264446" y="754490"/>
            <a:ext cx="3304664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hlinkClick r:id="rId3" action="ppaction://hlinksldjump"/>
            <a:extLst>
              <a:ext uri="{FF2B5EF4-FFF2-40B4-BE49-F238E27FC236}">
                <a16:creationId xmlns:a16="http://schemas.microsoft.com/office/drawing/2014/main" id="{5E9C1316-236C-72E5-6053-14528C8DE0AB}"/>
              </a:ext>
            </a:extLst>
          </p:cNvPr>
          <p:cNvSpPr txBox="1"/>
          <p:nvPr/>
        </p:nvSpPr>
        <p:spPr>
          <a:xfrm>
            <a:off x="1777753" y="5922161"/>
            <a:ext cx="1334596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HOME PAGE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BA8D435-955B-274B-1D58-A77C656020BC}"/>
              </a:ext>
            </a:extLst>
          </p:cNvPr>
          <p:cNvCxnSpPr>
            <a:cxnSpLocks/>
          </p:cNvCxnSpPr>
          <p:nvPr/>
        </p:nvCxnSpPr>
        <p:spPr>
          <a:xfrm>
            <a:off x="3158205" y="6103509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hlinkClick r:id="rId4" action="ppaction://hlinksldjump"/>
            <a:extLst>
              <a:ext uri="{FF2B5EF4-FFF2-40B4-BE49-F238E27FC236}">
                <a16:creationId xmlns:a16="http://schemas.microsoft.com/office/drawing/2014/main" id="{4B62B800-62C2-043A-2147-9B2B3D9EF003}"/>
              </a:ext>
            </a:extLst>
          </p:cNvPr>
          <p:cNvSpPr txBox="1"/>
          <p:nvPr/>
        </p:nvSpPr>
        <p:spPr>
          <a:xfrm>
            <a:off x="3251442" y="5922161"/>
            <a:ext cx="1352230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Introduction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C02C956-9F26-E7EB-ED23-D39F45921494}"/>
              </a:ext>
            </a:extLst>
          </p:cNvPr>
          <p:cNvCxnSpPr>
            <a:cxnSpLocks/>
          </p:cNvCxnSpPr>
          <p:nvPr/>
        </p:nvCxnSpPr>
        <p:spPr>
          <a:xfrm>
            <a:off x="4649528" y="6103509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08AC4DA-2161-E832-4CDE-1365A63E664B}"/>
              </a:ext>
            </a:extLst>
          </p:cNvPr>
          <p:cNvCxnSpPr>
            <a:cxnSpLocks/>
          </p:cNvCxnSpPr>
          <p:nvPr/>
        </p:nvCxnSpPr>
        <p:spPr>
          <a:xfrm>
            <a:off x="6225951" y="6100191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hlinkClick r:id="rId5" action="ppaction://hlinksldjump"/>
            <a:extLst>
              <a:ext uri="{FF2B5EF4-FFF2-40B4-BE49-F238E27FC236}">
                <a16:creationId xmlns:a16="http://schemas.microsoft.com/office/drawing/2014/main" id="{FED34901-4CFF-EA67-F171-2235957BA2F8}"/>
              </a:ext>
            </a:extLst>
          </p:cNvPr>
          <p:cNvSpPr txBox="1"/>
          <p:nvPr/>
        </p:nvSpPr>
        <p:spPr>
          <a:xfrm>
            <a:off x="6319187" y="5918843"/>
            <a:ext cx="2518638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Frontend Code Overview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039AF1-C54B-F9E1-EC5E-9A9B38E197E7}"/>
              </a:ext>
            </a:extLst>
          </p:cNvPr>
          <p:cNvCxnSpPr>
            <a:cxnSpLocks/>
          </p:cNvCxnSpPr>
          <p:nvPr/>
        </p:nvCxnSpPr>
        <p:spPr>
          <a:xfrm>
            <a:off x="8876257" y="6096873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hlinkClick r:id="rId6" action="ppaction://hlinksldjump"/>
            <a:extLst>
              <a:ext uri="{FF2B5EF4-FFF2-40B4-BE49-F238E27FC236}">
                <a16:creationId xmlns:a16="http://schemas.microsoft.com/office/drawing/2014/main" id="{2F6B76B3-64FC-856F-C628-24C07D69B632}"/>
              </a:ext>
            </a:extLst>
          </p:cNvPr>
          <p:cNvSpPr txBox="1"/>
          <p:nvPr/>
        </p:nvSpPr>
        <p:spPr>
          <a:xfrm>
            <a:off x="8969493" y="5915525"/>
            <a:ext cx="144475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JSON Data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6C92EBC-711B-59E8-DB7D-E5E159E94401}"/>
              </a:ext>
            </a:extLst>
          </p:cNvPr>
          <p:cNvCxnSpPr>
            <a:cxnSpLocks/>
          </p:cNvCxnSpPr>
          <p:nvPr/>
        </p:nvCxnSpPr>
        <p:spPr>
          <a:xfrm>
            <a:off x="4937503" y="6605550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hlinkClick r:id="rId7" action="ppaction://hlinksldjump"/>
            <a:extLst>
              <a:ext uri="{FF2B5EF4-FFF2-40B4-BE49-F238E27FC236}">
                <a16:creationId xmlns:a16="http://schemas.microsoft.com/office/drawing/2014/main" id="{7B8B7CD4-99A9-E3C0-A761-A06F090F5AA1}"/>
              </a:ext>
            </a:extLst>
          </p:cNvPr>
          <p:cNvSpPr txBox="1"/>
          <p:nvPr/>
        </p:nvSpPr>
        <p:spPr>
          <a:xfrm>
            <a:off x="5030739" y="6424202"/>
            <a:ext cx="1334597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Benefits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896AA56-CC90-357A-7BFD-BE77AB1395D0}"/>
              </a:ext>
            </a:extLst>
          </p:cNvPr>
          <p:cNvCxnSpPr>
            <a:cxnSpLocks/>
          </p:cNvCxnSpPr>
          <p:nvPr/>
        </p:nvCxnSpPr>
        <p:spPr>
          <a:xfrm>
            <a:off x="6404353" y="6602232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hlinkClick r:id="rId8" action="ppaction://hlinksldjump"/>
            <a:extLst>
              <a:ext uri="{FF2B5EF4-FFF2-40B4-BE49-F238E27FC236}">
                <a16:creationId xmlns:a16="http://schemas.microsoft.com/office/drawing/2014/main" id="{7A1EA9D8-661A-641C-3322-39382591ADAA}"/>
              </a:ext>
            </a:extLst>
          </p:cNvPr>
          <p:cNvSpPr txBox="1"/>
          <p:nvPr/>
        </p:nvSpPr>
        <p:spPr>
          <a:xfrm>
            <a:off x="6497589" y="6420884"/>
            <a:ext cx="2285456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Future Enhancements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F069608-176E-00E1-8472-CE337236D277}"/>
              </a:ext>
            </a:extLst>
          </p:cNvPr>
          <p:cNvCxnSpPr>
            <a:cxnSpLocks/>
          </p:cNvCxnSpPr>
          <p:nvPr/>
        </p:nvCxnSpPr>
        <p:spPr>
          <a:xfrm>
            <a:off x="8832429" y="6602232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B54DC63-39A6-831A-D874-D5E9ED89EA7C}"/>
              </a:ext>
            </a:extLst>
          </p:cNvPr>
          <p:cNvCxnSpPr>
            <a:cxnSpLocks/>
          </p:cNvCxnSpPr>
          <p:nvPr/>
        </p:nvCxnSpPr>
        <p:spPr>
          <a:xfrm>
            <a:off x="3423028" y="6602232"/>
            <a:ext cx="66125" cy="0"/>
          </a:xfrm>
          <a:prstGeom prst="straightConnector1">
            <a:avLst/>
          </a:prstGeom>
          <a:ln>
            <a:noFill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hlinkClick r:id="rId9" action="ppaction://hlinksldjump"/>
            <a:extLst>
              <a:ext uri="{FF2B5EF4-FFF2-40B4-BE49-F238E27FC236}">
                <a16:creationId xmlns:a16="http://schemas.microsoft.com/office/drawing/2014/main" id="{7009CA14-C2DE-B2D3-98F1-8DF125BD06F9}"/>
              </a:ext>
            </a:extLst>
          </p:cNvPr>
          <p:cNvSpPr txBox="1"/>
          <p:nvPr/>
        </p:nvSpPr>
        <p:spPr>
          <a:xfrm>
            <a:off x="3520311" y="6417566"/>
            <a:ext cx="137817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Key Features</a:t>
            </a:r>
          </a:p>
        </p:txBody>
      </p:sp>
      <p:sp>
        <p:nvSpPr>
          <p:cNvPr id="4" name="TextBox 3">
            <a:hlinkClick r:id="rId10" action="ppaction://hlinksldjump"/>
            <a:extLst>
              <a:ext uri="{FF2B5EF4-FFF2-40B4-BE49-F238E27FC236}">
                <a16:creationId xmlns:a16="http://schemas.microsoft.com/office/drawing/2014/main" id="{7E685606-0E95-E4F0-201C-D9A625133728}"/>
              </a:ext>
            </a:extLst>
          </p:cNvPr>
          <p:cNvSpPr txBox="1"/>
          <p:nvPr/>
        </p:nvSpPr>
        <p:spPr>
          <a:xfrm>
            <a:off x="4742764" y="5922161"/>
            <a:ext cx="144475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How It Works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404978-2F6D-C715-1B7E-F17D625B45EB}"/>
              </a:ext>
            </a:extLst>
          </p:cNvPr>
          <p:cNvCxnSpPr>
            <a:cxnSpLocks/>
          </p:cNvCxnSpPr>
          <p:nvPr/>
        </p:nvCxnSpPr>
        <p:spPr>
          <a:xfrm>
            <a:off x="3158205" y="6103509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57D42A5-75C6-E306-4070-E270B9327352}"/>
              </a:ext>
            </a:extLst>
          </p:cNvPr>
          <p:cNvCxnSpPr>
            <a:cxnSpLocks/>
          </p:cNvCxnSpPr>
          <p:nvPr/>
        </p:nvCxnSpPr>
        <p:spPr>
          <a:xfrm>
            <a:off x="4649528" y="6103509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1070DEB-9B90-EB3D-F37B-04630DF9FDF9}"/>
              </a:ext>
            </a:extLst>
          </p:cNvPr>
          <p:cNvCxnSpPr>
            <a:cxnSpLocks/>
          </p:cNvCxnSpPr>
          <p:nvPr/>
        </p:nvCxnSpPr>
        <p:spPr>
          <a:xfrm>
            <a:off x="6225951" y="6100191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383CF37-0148-C383-7AF8-A286C91D829D}"/>
              </a:ext>
            </a:extLst>
          </p:cNvPr>
          <p:cNvCxnSpPr>
            <a:cxnSpLocks/>
          </p:cNvCxnSpPr>
          <p:nvPr/>
        </p:nvCxnSpPr>
        <p:spPr>
          <a:xfrm>
            <a:off x="8876257" y="6096873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E30B09F-8D18-E47E-5264-86DFF33F18AD}"/>
              </a:ext>
            </a:extLst>
          </p:cNvPr>
          <p:cNvCxnSpPr>
            <a:cxnSpLocks/>
          </p:cNvCxnSpPr>
          <p:nvPr/>
        </p:nvCxnSpPr>
        <p:spPr>
          <a:xfrm>
            <a:off x="4937503" y="6605550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1F4DC2-A622-3587-9BB3-7E2CCE999BC1}"/>
              </a:ext>
            </a:extLst>
          </p:cNvPr>
          <p:cNvCxnSpPr>
            <a:cxnSpLocks/>
          </p:cNvCxnSpPr>
          <p:nvPr/>
        </p:nvCxnSpPr>
        <p:spPr>
          <a:xfrm>
            <a:off x="6404353" y="6602232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DCFBC92-24E2-5032-E66A-670064E35552}"/>
              </a:ext>
            </a:extLst>
          </p:cNvPr>
          <p:cNvCxnSpPr>
            <a:cxnSpLocks/>
          </p:cNvCxnSpPr>
          <p:nvPr/>
        </p:nvCxnSpPr>
        <p:spPr>
          <a:xfrm>
            <a:off x="8832429" y="6602232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B8B0057-CD05-2E07-2793-48EA239B2CBC}"/>
              </a:ext>
            </a:extLst>
          </p:cNvPr>
          <p:cNvCxnSpPr>
            <a:cxnSpLocks/>
          </p:cNvCxnSpPr>
          <p:nvPr/>
        </p:nvCxnSpPr>
        <p:spPr>
          <a:xfrm>
            <a:off x="3423028" y="6602232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0" name="Picture 169">
            <a:extLst>
              <a:ext uri="{FF2B5EF4-FFF2-40B4-BE49-F238E27FC236}">
                <a16:creationId xmlns:a16="http://schemas.microsoft.com/office/drawing/2014/main" id="{AD377126-A723-0357-E278-413D3D483A7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4" t="-476" r="1615"/>
          <a:stretch/>
        </p:blipFill>
        <p:spPr>
          <a:xfrm>
            <a:off x="4098386" y="-60553"/>
            <a:ext cx="5092343" cy="5872078"/>
          </a:xfrm>
          <a:prstGeom prst="rect">
            <a:avLst/>
          </a:prstGeom>
        </p:spPr>
      </p:pic>
      <p:sp>
        <p:nvSpPr>
          <p:cNvPr id="171" name="TextBox 170">
            <a:hlinkClick r:id="rId12" action="ppaction://hlinksldjump"/>
            <a:extLst>
              <a:ext uri="{FF2B5EF4-FFF2-40B4-BE49-F238E27FC236}">
                <a16:creationId xmlns:a16="http://schemas.microsoft.com/office/drawing/2014/main" id="{CAB2A5C2-BA51-D7EA-0FDD-2EC867A067B9}"/>
              </a:ext>
            </a:extLst>
          </p:cNvPr>
          <p:cNvSpPr txBox="1"/>
          <p:nvPr/>
        </p:nvSpPr>
        <p:spPr>
          <a:xfrm>
            <a:off x="2033016" y="6417566"/>
            <a:ext cx="1334596" cy="369332"/>
          </a:xfrm>
          <a:prstGeom prst="rect">
            <a:avLst/>
          </a:prstGeom>
          <a:solidFill>
            <a:srgbClr val="E9542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ER-Diagram</a:t>
            </a:r>
          </a:p>
        </p:txBody>
      </p:sp>
      <p:sp>
        <p:nvSpPr>
          <p:cNvPr id="189" name="TextBox 188">
            <a:hlinkClick r:id="rId12" action="ppaction://hlinksldjump"/>
            <a:extLst>
              <a:ext uri="{FF2B5EF4-FFF2-40B4-BE49-F238E27FC236}">
                <a16:creationId xmlns:a16="http://schemas.microsoft.com/office/drawing/2014/main" id="{686B341B-E3D8-3E1B-4BFC-1BAC104F5EC6}"/>
              </a:ext>
            </a:extLst>
          </p:cNvPr>
          <p:cNvSpPr txBox="1"/>
          <p:nvPr/>
        </p:nvSpPr>
        <p:spPr>
          <a:xfrm>
            <a:off x="8925665" y="6420884"/>
            <a:ext cx="126164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806683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00777-AE6F-6659-D0AB-535EB79A4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3ED91FD-4604-5C2D-A5B9-D748AF427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49"/>
            <a:ext cx="12192000" cy="886751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E32F20D2-ECD6-E6EA-FB57-5B887D745F61}"/>
              </a:ext>
            </a:extLst>
          </p:cNvPr>
          <p:cNvSpPr/>
          <p:nvPr/>
        </p:nvSpPr>
        <p:spPr>
          <a:xfrm>
            <a:off x="-2054860" y="5967880"/>
            <a:ext cx="16301720" cy="1275496"/>
          </a:xfrm>
          <a:prstGeom prst="ellipse">
            <a:avLst/>
          </a:prstGeom>
          <a:gradFill flip="none" rotWithShape="1">
            <a:gsLst>
              <a:gs pos="0">
                <a:srgbClr val="212121"/>
              </a:gs>
              <a:gs pos="100000">
                <a:srgbClr val="00B0F0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9A0579-F9FD-098B-C81A-14221A256440}"/>
              </a:ext>
            </a:extLst>
          </p:cNvPr>
          <p:cNvSpPr txBox="1"/>
          <p:nvPr/>
        </p:nvSpPr>
        <p:spPr>
          <a:xfrm>
            <a:off x="2338644" y="1350165"/>
            <a:ext cx="3199274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Swis721 Hv BT" panose="020B0804020202020204" pitchFamily="34" charset="0"/>
              </a:rPr>
              <a:t>Key Features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Swis721 Hv BT" panose="020B08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0C3DB9-EC2A-3C34-8F1C-E8274359F494}"/>
              </a:ext>
            </a:extLst>
          </p:cNvPr>
          <p:cNvSpPr txBox="1"/>
          <p:nvPr/>
        </p:nvSpPr>
        <p:spPr>
          <a:xfrm>
            <a:off x="2351553" y="2123168"/>
            <a:ext cx="5721759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</a:t>
            </a:r>
            <a:r>
              <a:rPr lang="en-US" sz="2000" b="1" dirty="0"/>
              <a:t>Cross-Platform </a:t>
            </a:r>
            <a:r>
              <a:rPr lang="en-US" dirty="0"/>
              <a:t>: Works on desktop Application </a:t>
            </a:r>
          </a:p>
          <a:p>
            <a:r>
              <a:rPr lang="en-US" dirty="0"/>
              <a:t>- </a:t>
            </a:r>
            <a:r>
              <a:rPr lang="en-US" sz="2000" b="1" dirty="0"/>
              <a:t>User-Friendly</a:t>
            </a:r>
            <a:r>
              <a:rPr lang="en-US" dirty="0"/>
              <a:t> : Simple and intuitive interface.  </a:t>
            </a:r>
          </a:p>
          <a:p>
            <a:r>
              <a:rPr lang="en-US" sz="2000" dirty="0"/>
              <a:t>-</a:t>
            </a:r>
            <a:r>
              <a:rPr lang="en-US" sz="2000" b="1" dirty="0"/>
              <a:t> Efficient</a:t>
            </a:r>
            <a:r>
              <a:rPr lang="en-US" dirty="0"/>
              <a:t> : Quickly scans and removes duplicates.  </a:t>
            </a:r>
          </a:p>
          <a:p>
            <a:r>
              <a:rPr lang="en-US" sz="2000" dirty="0"/>
              <a:t>- </a:t>
            </a:r>
            <a:r>
              <a:rPr lang="en-US" sz="2000" b="1" dirty="0"/>
              <a:t>History Tracking </a:t>
            </a:r>
            <a:r>
              <a:rPr lang="en-US" dirty="0"/>
              <a:t>: Saves deletion details in JSON format.</a:t>
            </a:r>
          </a:p>
          <a:p>
            <a:r>
              <a:rPr lang="en-US" dirty="0"/>
              <a:t>-  </a:t>
            </a:r>
            <a:r>
              <a:rPr lang="en-US" b="1" dirty="0"/>
              <a:t>Smart Detection </a:t>
            </a:r>
            <a:r>
              <a:rPr lang="en-US" dirty="0"/>
              <a:t>: Check file content(not </a:t>
            </a:r>
            <a:r>
              <a:rPr lang="en-US"/>
              <a:t>just names)</a:t>
            </a:r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48444C1-205D-A2F7-AA99-CB58B57D3DDA}"/>
              </a:ext>
            </a:extLst>
          </p:cNvPr>
          <p:cNvSpPr/>
          <p:nvPr/>
        </p:nvSpPr>
        <p:spPr>
          <a:xfrm>
            <a:off x="2417709" y="1996496"/>
            <a:ext cx="735658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hlinkClick r:id="rId3" action="ppaction://hlinksldjump"/>
            <a:extLst>
              <a:ext uri="{FF2B5EF4-FFF2-40B4-BE49-F238E27FC236}">
                <a16:creationId xmlns:a16="http://schemas.microsoft.com/office/drawing/2014/main" id="{176D6C6D-67E0-5F19-3EC3-8F70B8935755}"/>
              </a:ext>
            </a:extLst>
          </p:cNvPr>
          <p:cNvSpPr txBox="1"/>
          <p:nvPr/>
        </p:nvSpPr>
        <p:spPr>
          <a:xfrm>
            <a:off x="1777753" y="5922161"/>
            <a:ext cx="1334596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HOME PAGE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6C049A4-B215-7112-69F3-A05A4E8B472C}"/>
              </a:ext>
            </a:extLst>
          </p:cNvPr>
          <p:cNvCxnSpPr>
            <a:cxnSpLocks/>
          </p:cNvCxnSpPr>
          <p:nvPr/>
        </p:nvCxnSpPr>
        <p:spPr>
          <a:xfrm>
            <a:off x="3158205" y="6103509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hlinkClick r:id="rId4" action="ppaction://hlinksldjump"/>
            <a:extLst>
              <a:ext uri="{FF2B5EF4-FFF2-40B4-BE49-F238E27FC236}">
                <a16:creationId xmlns:a16="http://schemas.microsoft.com/office/drawing/2014/main" id="{57CD0EAD-A3A7-D005-F727-1E9211E4020A}"/>
              </a:ext>
            </a:extLst>
          </p:cNvPr>
          <p:cNvSpPr txBox="1"/>
          <p:nvPr/>
        </p:nvSpPr>
        <p:spPr>
          <a:xfrm>
            <a:off x="3251442" y="5922161"/>
            <a:ext cx="1352230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Introduction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86A8FFE-690D-8CC9-3316-B06E55B96F56}"/>
              </a:ext>
            </a:extLst>
          </p:cNvPr>
          <p:cNvCxnSpPr>
            <a:cxnSpLocks/>
          </p:cNvCxnSpPr>
          <p:nvPr/>
        </p:nvCxnSpPr>
        <p:spPr>
          <a:xfrm>
            <a:off x="4649528" y="6103509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3B6FBD4-B686-E05D-714F-B918EB00154F}"/>
              </a:ext>
            </a:extLst>
          </p:cNvPr>
          <p:cNvCxnSpPr>
            <a:cxnSpLocks/>
          </p:cNvCxnSpPr>
          <p:nvPr/>
        </p:nvCxnSpPr>
        <p:spPr>
          <a:xfrm>
            <a:off x="6225951" y="6100191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hlinkClick r:id="rId5" action="ppaction://hlinksldjump"/>
            <a:extLst>
              <a:ext uri="{FF2B5EF4-FFF2-40B4-BE49-F238E27FC236}">
                <a16:creationId xmlns:a16="http://schemas.microsoft.com/office/drawing/2014/main" id="{168FEE72-4751-B677-C49D-B98EBE4FA212}"/>
              </a:ext>
            </a:extLst>
          </p:cNvPr>
          <p:cNvSpPr txBox="1"/>
          <p:nvPr/>
        </p:nvSpPr>
        <p:spPr>
          <a:xfrm>
            <a:off x="6319187" y="5918843"/>
            <a:ext cx="2518638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Frontend Code Overview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8AAE728-A877-2698-2A3A-62C72BEAA10B}"/>
              </a:ext>
            </a:extLst>
          </p:cNvPr>
          <p:cNvCxnSpPr>
            <a:cxnSpLocks/>
          </p:cNvCxnSpPr>
          <p:nvPr/>
        </p:nvCxnSpPr>
        <p:spPr>
          <a:xfrm>
            <a:off x="8876257" y="6096873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hlinkClick r:id="rId6" action="ppaction://hlinksldjump"/>
            <a:extLst>
              <a:ext uri="{FF2B5EF4-FFF2-40B4-BE49-F238E27FC236}">
                <a16:creationId xmlns:a16="http://schemas.microsoft.com/office/drawing/2014/main" id="{123614E5-026B-08BE-5366-7A605B8F2EE8}"/>
              </a:ext>
            </a:extLst>
          </p:cNvPr>
          <p:cNvSpPr txBox="1"/>
          <p:nvPr/>
        </p:nvSpPr>
        <p:spPr>
          <a:xfrm>
            <a:off x="8969493" y="5915525"/>
            <a:ext cx="144475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JSON Data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6B34E6B-F204-5F7C-6E7F-F5376759F400}"/>
              </a:ext>
            </a:extLst>
          </p:cNvPr>
          <p:cNvCxnSpPr>
            <a:cxnSpLocks/>
          </p:cNvCxnSpPr>
          <p:nvPr/>
        </p:nvCxnSpPr>
        <p:spPr>
          <a:xfrm>
            <a:off x="4137403" y="6607522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hlinkClick r:id="rId7" action="ppaction://hlinksldjump"/>
            <a:extLst>
              <a:ext uri="{FF2B5EF4-FFF2-40B4-BE49-F238E27FC236}">
                <a16:creationId xmlns:a16="http://schemas.microsoft.com/office/drawing/2014/main" id="{26AC13DC-53D4-CCFA-B9B4-24890E63E21E}"/>
              </a:ext>
            </a:extLst>
          </p:cNvPr>
          <p:cNvSpPr txBox="1"/>
          <p:nvPr/>
        </p:nvSpPr>
        <p:spPr>
          <a:xfrm>
            <a:off x="4230639" y="6426174"/>
            <a:ext cx="1334597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Benefits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D97EB9C-8643-DF50-3578-CB95785B30A5}"/>
              </a:ext>
            </a:extLst>
          </p:cNvPr>
          <p:cNvCxnSpPr>
            <a:cxnSpLocks/>
          </p:cNvCxnSpPr>
          <p:nvPr/>
        </p:nvCxnSpPr>
        <p:spPr>
          <a:xfrm>
            <a:off x="5604253" y="6604204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hlinkClick r:id="rId8" action="ppaction://hlinksldjump"/>
            <a:extLst>
              <a:ext uri="{FF2B5EF4-FFF2-40B4-BE49-F238E27FC236}">
                <a16:creationId xmlns:a16="http://schemas.microsoft.com/office/drawing/2014/main" id="{90DB8AA5-0BB8-EAB6-BC2C-D2A041CB5E0A}"/>
              </a:ext>
            </a:extLst>
          </p:cNvPr>
          <p:cNvSpPr txBox="1"/>
          <p:nvPr/>
        </p:nvSpPr>
        <p:spPr>
          <a:xfrm>
            <a:off x="5697489" y="6422856"/>
            <a:ext cx="2285456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Future Enhancements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3DEF4FB-0BD9-FFAE-F98E-0B08D9DBD592}"/>
              </a:ext>
            </a:extLst>
          </p:cNvPr>
          <p:cNvCxnSpPr>
            <a:cxnSpLocks/>
          </p:cNvCxnSpPr>
          <p:nvPr/>
        </p:nvCxnSpPr>
        <p:spPr>
          <a:xfrm>
            <a:off x="8032329" y="6604204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hlinkClick r:id="rId9" action="ppaction://hlinksldjump"/>
            <a:extLst>
              <a:ext uri="{FF2B5EF4-FFF2-40B4-BE49-F238E27FC236}">
                <a16:creationId xmlns:a16="http://schemas.microsoft.com/office/drawing/2014/main" id="{3742C297-992B-376A-FA2F-1B255D7CFBC9}"/>
              </a:ext>
            </a:extLst>
          </p:cNvPr>
          <p:cNvSpPr txBox="1"/>
          <p:nvPr/>
        </p:nvSpPr>
        <p:spPr>
          <a:xfrm>
            <a:off x="8125565" y="6422856"/>
            <a:ext cx="126164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Conclusion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003612E-9EE7-F5ED-F784-4B650F673F30}"/>
              </a:ext>
            </a:extLst>
          </p:cNvPr>
          <p:cNvCxnSpPr>
            <a:cxnSpLocks/>
          </p:cNvCxnSpPr>
          <p:nvPr/>
        </p:nvCxnSpPr>
        <p:spPr>
          <a:xfrm>
            <a:off x="2622928" y="6604204"/>
            <a:ext cx="66125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hlinkClick r:id="rId10" action="ppaction://hlinksldjump"/>
            <a:extLst>
              <a:ext uri="{FF2B5EF4-FFF2-40B4-BE49-F238E27FC236}">
                <a16:creationId xmlns:a16="http://schemas.microsoft.com/office/drawing/2014/main" id="{3C83B68A-50A3-1EEE-2AEA-818DB2E28C86}"/>
              </a:ext>
            </a:extLst>
          </p:cNvPr>
          <p:cNvSpPr txBox="1"/>
          <p:nvPr/>
        </p:nvSpPr>
        <p:spPr>
          <a:xfrm>
            <a:off x="2720211" y="6419538"/>
            <a:ext cx="1378175" cy="369332"/>
          </a:xfrm>
          <a:prstGeom prst="rect">
            <a:avLst/>
          </a:prstGeom>
          <a:solidFill>
            <a:srgbClr val="E9542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Key Features</a:t>
            </a:r>
          </a:p>
        </p:txBody>
      </p:sp>
      <p:sp>
        <p:nvSpPr>
          <p:cNvPr id="4" name="TextBox 3">
            <a:hlinkClick r:id="rId11" action="ppaction://hlinksldjump"/>
            <a:extLst>
              <a:ext uri="{FF2B5EF4-FFF2-40B4-BE49-F238E27FC236}">
                <a16:creationId xmlns:a16="http://schemas.microsoft.com/office/drawing/2014/main" id="{68671E1B-DD61-EABC-0C70-245439898B96}"/>
              </a:ext>
            </a:extLst>
          </p:cNvPr>
          <p:cNvSpPr txBox="1"/>
          <p:nvPr/>
        </p:nvSpPr>
        <p:spPr>
          <a:xfrm>
            <a:off x="4742764" y="5922161"/>
            <a:ext cx="144475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How It Works</a:t>
            </a:r>
          </a:p>
        </p:txBody>
      </p:sp>
    </p:spTree>
    <p:extLst>
      <p:ext uri="{BB962C8B-B14F-4D97-AF65-F5344CB8AC3E}">
        <p14:creationId xmlns:p14="http://schemas.microsoft.com/office/powerpoint/2010/main" val="3112030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0947F-2B57-55C2-CB41-00E5EA344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BB029-1133-C3EF-1B72-534B3000F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49"/>
            <a:ext cx="12192000" cy="886751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CB894ABD-D163-F951-7674-E60B99FF572F}"/>
              </a:ext>
            </a:extLst>
          </p:cNvPr>
          <p:cNvSpPr/>
          <p:nvPr/>
        </p:nvSpPr>
        <p:spPr>
          <a:xfrm>
            <a:off x="-2054860" y="5967880"/>
            <a:ext cx="16301720" cy="1275496"/>
          </a:xfrm>
          <a:prstGeom prst="ellipse">
            <a:avLst/>
          </a:prstGeom>
          <a:gradFill flip="none" rotWithShape="1">
            <a:gsLst>
              <a:gs pos="0">
                <a:srgbClr val="212121"/>
              </a:gs>
              <a:gs pos="100000">
                <a:srgbClr val="00B0F0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0E46A6-B49B-E5F9-583D-8A0C18F788FE}"/>
              </a:ext>
            </a:extLst>
          </p:cNvPr>
          <p:cNvSpPr txBox="1"/>
          <p:nvPr/>
        </p:nvSpPr>
        <p:spPr>
          <a:xfrm>
            <a:off x="2338644" y="801525"/>
            <a:ext cx="6619120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Swis721 Hv BT" panose="020B0804020202020204" pitchFamily="34" charset="0"/>
              </a:rPr>
              <a:t>Benefits of Using Duplicate </a:t>
            </a:r>
          </a:p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Swis721 Hv BT" panose="020B0804020202020204" pitchFamily="34" charset="0"/>
              </a:rPr>
              <a:t>File Remover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Swis721 Hv BT" panose="020B08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7109F3-0083-5AA3-331C-ED016F58B453}"/>
              </a:ext>
            </a:extLst>
          </p:cNvPr>
          <p:cNvSpPr txBox="1"/>
          <p:nvPr/>
        </p:nvSpPr>
        <p:spPr>
          <a:xfrm>
            <a:off x="2351553" y="2123168"/>
            <a:ext cx="575228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-  Frees up disk space.  </a:t>
            </a:r>
          </a:p>
          <a:p>
            <a:r>
              <a:rPr lang="en-US" sz="2000" b="1" dirty="0"/>
              <a:t>-  Improves system performance.  </a:t>
            </a:r>
          </a:p>
          <a:p>
            <a:r>
              <a:rPr lang="en-US" sz="2000" b="1" dirty="0"/>
              <a:t>-  Reduces clutter and organizes files.  </a:t>
            </a:r>
          </a:p>
          <a:p>
            <a:r>
              <a:rPr lang="en-US" sz="2000" b="1" dirty="0"/>
              <a:t>-  Saves time with automated scanning and deletion.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9823CD-D5DE-2E6F-090E-F9B3F1CF3A84}"/>
              </a:ext>
            </a:extLst>
          </p:cNvPr>
          <p:cNvSpPr/>
          <p:nvPr/>
        </p:nvSpPr>
        <p:spPr>
          <a:xfrm>
            <a:off x="2417709" y="1996496"/>
            <a:ext cx="735658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9306C42-8D88-C2CF-06B9-7DDA8D2AE1E9}"/>
              </a:ext>
            </a:extLst>
          </p:cNvPr>
          <p:cNvGrpSpPr/>
          <p:nvPr/>
        </p:nvGrpSpPr>
        <p:grpSpPr>
          <a:xfrm>
            <a:off x="1777753" y="5915525"/>
            <a:ext cx="8636495" cy="879981"/>
            <a:chOff x="1244481" y="5915525"/>
            <a:chExt cx="8636495" cy="879981"/>
          </a:xfrm>
        </p:grpSpPr>
        <p:sp>
          <p:nvSpPr>
            <p:cNvPr id="14" name="TextBox 13">
              <a:hlinkClick r:id="rId3" action="ppaction://hlinksldjump"/>
              <a:extLst>
                <a:ext uri="{FF2B5EF4-FFF2-40B4-BE49-F238E27FC236}">
                  <a16:creationId xmlns:a16="http://schemas.microsoft.com/office/drawing/2014/main" id="{3735493B-E44C-5801-9E36-194C12B963E6}"/>
                </a:ext>
              </a:extLst>
            </p:cNvPr>
            <p:cNvSpPr txBox="1"/>
            <p:nvPr/>
          </p:nvSpPr>
          <p:spPr>
            <a:xfrm>
              <a:off x="1244481" y="5922161"/>
              <a:ext cx="1334596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HOME PAGE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493CB20-1328-2766-6DD5-9A0665EADCB6}"/>
                </a:ext>
              </a:extLst>
            </p:cNvPr>
            <p:cNvCxnSpPr>
              <a:cxnSpLocks/>
            </p:cNvCxnSpPr>
            <p:nvPr/>
          </p:nvCxnSpPr>
          <p:spPr>
            <a:xfrm>
              <a:off x="2624933" y="6103509"/>
              <a:ext cx="66125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hlinkClick r:id="rId4" action="ppaction://hlinksldjump"/>
              <a:extLst>
                <a:ext uri="{FF2B5EF4-FFF2-40B4-BE49-F238E27FC236}">
                  <a16:creationId xmlns:a16="http://schemas.microsoft.com/office/drawing/2014/main" id="{9700BBCE-FEAC-0564-6B54-55B4080E5200}"/>
                </a:ext>
              </a:extLst>
            </p:cNvPr>
            <p:cNvSpPr txBox="1"/>
            <p:nvPr/>
          </p:nvSpPr>
          <p:spPr>
            <a:xfrm>
              <a:off x="2718170" y="5922161"/>
              <a:ext cx="1352230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Introduction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AD68264-3414-D7BA-B08D-5A302107F8C8}"/>
                </a:ext>
              </a:extLst>
            </p:cNvPr>
            <p:cNvCxnSpPr>
              <a:cxnSpLocks/>
            </p:cNvCxnSpPr>
            <p:nvPr/>
          </p:nvCxnSpPr>
          <p:spPr>
            <a:xfrm>
              <a:off x="4116256" y="6103509"/>
              <a:ext cx="66125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2845F82-5F51-7089-6148-315AA2BAFF3F}"/>
                </a:ext>
              </a:extLst>
            </p:cNvPr>
            <p:cNvCxnSpPr>
              <a:cxnSpLocks/>
            </p:cNvCxnSpPr>
            <p:nvPr/>
          </p:nvCxnSpPr>
          <p:spPr>
            <a:xfrm>
              <a:off x="5692679" y="6100191"/>
              <a:ext cx="66125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hlinkClick r:id="rId5" action="ppaction://hlinksldjump"/>
              <a:extLst>
                <a:ext uri="{FF2B5EF4-FFF2-40B4-BE49-F238E27FC236}">
                  <a16:creationId xmlns:a16="http://schemas.microsoft.com/office/drawing/2014/main" id="{31474513-5191-C183-D9DE-836387D4E24F}"/>
                </a:ext>
              </a:extLst>
            </p:cNvPr>
            <p:cNvSpPr txBox="1"/>
            <p:nvPr/>
          </p:nvSpPr>
          <p:spPr>
            <a:xfrm>
              <a:off x="5785915" y="5918843"/>
              <a:ext cx="2518638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Frontend Code Overview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92807AF-A7D9-1F1B-90CD-C18264EA52F1}"/>
                </a:ext>
              </a:extLst>
            </p:cNvPr>
            <p:cNvCxnSpPr>
              <a:cxnSpLocks/>
            </p:cNvCxnSpPr>
            <p:nvPr/>
          </p:nvCxnSpPr>
          <p:spPr>
            <a:xfrm>
              <a:off x="8342985" y="6096873"/>
              <a:ext cx="66125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hlinkClick r:id="rId6" action="ppaction://hlinksldjump"/>
              <a:extLst>
                <a:ext uri="{FF2B5EF4-FFF2-40B4-BE49-F238E27FC236}">
                  <a16:creationId xmlns:a16="http://schemas.microsoft.com/office/drawing/2014/main" id="{722EE4A1-3724-70FF-7E3C-561B39712072}"/>
                </a:ext>
              </a:extLst>
            </p:cNvPr>
            <p:cNvSpPr txBox="1"/>
            <p:nvPr/>
          </p:nvSpPr>
          <p:spPr>
            <a:xfrm>
              <a:off x="8436221" y="5915525"/>
              <a:ext cx="1444755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JSON Data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B922643-7949-1AC9-F0C9-418CCAB552C7}"/>
                </a:ext>
              </a:extLst>
            </p:cNvPr>
            <p:cNvCxnSpPr>
              <a:cxnSpLocks/>
            </p:cNvCxnSpPr>
            <p:nvPr/>
          </p:nvCxnSpPr>
          <p:spPr>
            <a:xfrm>
              <a:off x="3604131" y="6607522"/>
              <a:ext cx="66125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hlinkClick r:id="rId7" action="ppaction://hlinksldjump"/>
              <a:extLst>
                <a:ext uri="{FF2B5EF4-FFF2-40B4-BE49-F238E27FC236}">
                  <a16:creationId xmlns:a16="http://schemas.microsoft.com/office/drawing/2014/main" id="{B8F5DA8E-D537-6565-0814-508A2BAD670D}"/>
                </a:ext>
              </a:extLst>
            </p:cNvPr>
            <p:cNvSpPr txBox="1"/>
            <p:nvPr/>
          </p:nvSpPr>
          <p:spPr>
            <a:xfrm>
              <a:off x="3697367" y="6426174"/>
              <a:ext cx="1334597" cy="369332"/>
            </a:xfrm>
            <a:prstGeom prst="rect">
              <a:avLst/>
            </a:prstGeom>
            <a:solidFill>
              <a:srgbClr val="E9542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Benefits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D309E5A-7705-FDC8-484A-0C94DAAEBBD1}"/>
                </a:ext>
              </a:extLst>
            </p:cNvPr>
            <p:cNvCxnSpPr>
              <a:cxnSpLocks/>
            </p:cNvCxnSpPr>
            <p:nvPr/>
          </p:nvCxnSpPr>
          <p:spPr>
            <a:xfrm>
              <a:off x="5070981" y="6604204"/>
              <a:ext cx="66125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BFDD727-3079-98FA-34EA-98113FD03484}"/>
                </a:ext>
              </a:extLst>
            </p:cNvPr>
            <p:cNvCxnSpPr>
              <a:cxnSpLocks/>
            </p:cNvCxnSpPr>
            <p:nvPr/>
          </p:nvCxnSpPr>
          <p:spPr>
            <a:xfrm>
              <a:off x="7499057" y="6604204"/>
              <a:ext cx="66125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6CD992E-D241-93BB-ECE7-2C345A6FC859}"/>
                </a:ext>
              </a:extLst>
            </p:cNvPr>
            <p:cNvCxnSpPr>
              <a:cxnSpLocks/>
            </p:cNvCxnSpPr>
            <p:nvPr/>
          </p:nvCxnSpPr>
          <p:spPr>
            <a:xfrm>
              <a:off x="2089656" y="6604204"/>
              <a:ext cx="66125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hlinkClick r:id="rId8" action="ppaction://hlinksldjump"/>
              <a:extLst>
                <a:ext uri="{FF2B5EF4-FFF2-40B4-BE49-F238E27FC236}">
                  <a16:creationId xmlns:a16="http://schemas.microsoft.com/office/drawing/2014/main" id="{642688BE-50C9-5AD7-DC47-9EA37DC7C194}"/>
                </a:ext>
              </a:extLst>
            </p:cNvPr>
            <p:cNvSpPr txBox="1"/>
            <p:nvPr/>
          </p:nvSpPr>
          <p:spPr>
            <a:xfrm>
              <a:off x="2186939" y="6419538"/>
              <a:ext cx="1378175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Key Features</a:t>
              </a:r>
            </a:p>
          </p:txBody>
        </p:sp>
        <p:sp>
          <p:nvSpPr>
            <p:cNvPr id="4" name="TextBox 3">
              <a:hlinkClick r:id="rId9" action="ppaction://hlinksldjump"/>
              <a:extLst>
                <a:ext uri="{FF2B5EF4-FFF2-40B4-BE49-F238E27FC236}">
                  <a16:creationId xmlns:a16="http://schemas.microsoft.com/office/drawing/2014/main" id="{5432F902-79F9-DBCC-74F4-FC1C2DF9AE64}"/>
                </a:ext>
              </a:extLst>
            </p:cNvPr>
            <p:cNvSpPr txBox="1"/>
            <p:nvPr/>
          </p:nvSpPr>
          <p:spPr>
            <a:xfrm>
              <a:off x="4209492" y="5922161"/>
              <a:ext cx="1444755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How It Works</a:t>
              </a:r>
            </a:p>
          </p:txBody>
        </p:sp>
        <p:sp>
          <p:nvSpPr>
            <p:cNvPr id="3" name="TextBox 2">
              <a:hlinkClick r:id="rId10" action="ppaction://hlinksldjump"/>
              <a:extLst>
                <a:ext uri="{FF2B5EF4-FFF2-40B4-BE49-F238E27FC236}">
                  <a16:creationId xmlns:a16="http://schemas.microsoft.com/office/drawing/2014/main" id="{3F564ED1-A8C8-AD53-F4FF-033D88802E1F}"/>
                </a:ext>
              </a:extLst>
            </p:cNvPr>
            <p:cNvSpPr txBox="1"/>
            <p:nvPr/>
          </p:nvSpPr>
          <p:spPr>
            <a:xfrm>
              <a:off x="5164217" y="6422856"/>
              <a:ext cx="2285456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Future Enhancements</a:t>
              </a:r>
            </a:p>
          </p:txBody>
        </p:sp>
        <p:sp>
          <p:nvSpPr>
            <p:cNvPr id="5" name="TextBox 4">
              <a:hlinkClick r:id="rId11" action="ppaction://hlinksldjump"/>
              <a:extLst>
                <a:ext uri="{FF2B5EF4-FFF2-40B4-BE49-F238E27FC236}">
                  <a16:creationId xmlns:a16="http://schemas.microsoft.com/office/drawing/2014/main" id="{5CE547E2-2583-44A9-1892-6B2371BFBD73}"/>
                </a:ext>
              </a:extLst>
            </p:cNvPr>
            <p:cNvSpPr txBox="1"/>
            <p:nvPr/>
          </p:nvSpPr>
          <p:spPr>
            <a:xfrm>
              <a:off x="7592293" y="6422856"/>
              <a:ext cx="1261645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Conclusion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4351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736F9-CF45-E0E0-A47C-BC9BF7AC0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0566D58-9413-91C8-DF53-A54D541E6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49"/>
            <a:ext cx="12192000" cy="886751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1E1389A2-E4F6-0C5E-E9F9-4D86E23EC76F}"/>
              </a:ext>
            </a:extLst>
          </p:cNvPr>
          <p:cNvSpPr/>
          <p:nvPr/>
        </p:nvSpPr>
        <p:spPr>
          <a:xfrm>
            <a:off x="-2054860" y="5967880"/>
            <a:ext cx="16301720" cy="1275496"/>
          </a:xfrm>
          <a:prstGeom prst="ellipse">
            <a:avLst/>
          </a:prstGeom>
          <a:gradFill flip="none" rotWithShape="1">
            <a:gsLst>
              <a:gs pos="0">
                <a:srgbClr val="212121"/>
              </a:gs>
              <a:gs pos="100000">
                <a:srgbClr val="00B0F0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A49D0A-205C-ECA8-7D25-0AB877663DF4}"/>
              </a:ext>
            </a:extLst>
          </p:cNvPr>
          <p:cNvSpPr txBox="1"/>
          <p:nvPr/>
        </p:nvSpPr>
        <p:spPr>
          <a:xfrm>
            <a:off x="2338644" y="1350165"/>
            <a:ext cx="5223994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chemeClr val="accent5">
                    <a:lumMod val="75000"/>
                  </a:schemeClr>
                </a:solidFill>
                <a:latin typeface="Swis721 Hv BT" panose="020B0804020202020204" pitchFamily="34" charset="0"/>
              </a:rPr>
              <a:t>Future Enhancements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DB11C2-2B8C-345F-56DF-65DE00D804D8}"/>
              </a:ext>
            </a:extLst>
          </p:cNvPr>
          <p:cNvSpPr txBox="1"/>
          <p:nvPr/>
        </p:nvSpPr>
        <p:spPr>
          <a:xfrm>
            <a:off x="2351553" y="2123168"/>
            <a:ext cx="543751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-  Cloud integration (e.g., Google Drive, Dropbox).</a:t>
            </a:r>
          </a:p>
          <a:p>
            <a:r>
              <a:rPr lang="en-US" sz="2000" b="1" dirty="0"/>
              <a:t>-  Advanced filters (e.g., by file type, size).</a:t>
            </a:r>
          </a:p>
          <a:p>
            <a:r>
              <a:rPr lang="en-US" sz="2000" b="1" dirty="0"/>
              <a:t>-  Multi-language support. </a:t>
            </a:r>
          </a:p>
          <a:p>
            <a:r>
              <a:rPr lang="en-US" sz="2000" b="1" dirty="0"/>
              <a:t>-  Mobile app version.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BB6CC92-244D-22E3-BD0F-E35A79ACCEC0}"/>
              </a:ext>
            </a:extLst>
          </p:cNvPr>
          <p:cNvSpPr/>
          <p:nvPr/>
        </p:nvSpPr>
        <p:spPr>
          <a:xfrm>
            <a:off x="2417709" y="1996496"/>
            <a:ext cx="735658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8AC5A07-CB64-7581-E950-DAA211B1D238}"/>
              </a:ext>
            </a:extLst>
          </p:cNvPr>
          <p:cNvGrpSpPr/>
          <p:nvPr/>
        </p:nvGrpSpPr>
        <p:grpSpPr>
          <a:xfrm>
            <a:off x="1777753" y="5915525"/>
            <a:ext cx="8636495" cy="879981"/>
            <a:chOff x="1244481" y="5915525"/>
            <a:chExt cx="8636495" cy="879981"/>
          </a:xfrm>
        </p:grpSpPr>
        <p:sp>
          <p:nvSpPr>
            <p:cNvPr id="14" name="TextBox 13">
              <a:hlinkClick r:id="rId3" action="ppaction://hlinksldjump"/>
              <a:extLst>
                <a:ext uri="{FF2B5EF4-FFF2-40B4-BE49-F238E27FC236}">
                  <a16:creationId xmlns:a16="http://schemas.microsoft.com/office/drawing/2014/main" id="{62FD5C4D-F83C-AD81-6AE1-726149C6B2B8}"/>
                </a:ext>
              </a:extLst>
            </p:cNvPr>
            <p:cNvSpPr txBox="1"/>
            <p:nvPr/>
          </p:nvSpPr>
          <p:spPr>
            <a:xfrm>
              <a:off x="1244481" y="5922161"/>
              <a:ext cx="1334596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HOME PAGE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2B53775-8F7F-EBB5-11DA-210196E5D8C2}"/>
                </a:ext>
              </a:extLst>
            </p:cNvPr>
            <p:cNvCxnSpPr>
              <a:cxnSpLocks/>
            </p:cNvCxnSpPr>
            <p:nvPr/>
          </p:nvCxnSpPr>
          <p:spPr>
            <a:xfrm>
              <a:off x="2624933" y="6103509"/>
              <a:ext cx="66125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hlinkClick r:id="rId4" action="ppaction://hlinksldjump"/>
              <a:extLst>
                <a:ext uri="{FF2B5EF4-FFF2-40B4-BE49-F238E27FC236}">
                  <a16:creationId xmlns:a16="http://schemas.microsoft.com/office/drawing/2014/main" id="{567ABA33-F35E-5184-D891-B3FD39C57AA0}"/>
                </a:ext>
              </a:extLst>
            </p:cNvPr>
            <p:cNvSpPr txBox="1"/>
            <p:nvPr/>
          </p:nvSpPr>
          <p:spPr>
            <a:xfrm>
              <a:off x="2718170" y="5922161"/>
              <a:ext cx="1352230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Introduction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51A31B3-5638-1CFA-17AF-6E32EDEF3EEF}"/>
                </a:ext>
              </a:extLst>
            </p:cNvPr>
            <p:cNvCxnSpPr>
              <a:cxnSpLocks/>
            </p:cNvCxnSpPr>
            <p:nvPr/>
          </p:nvCxnSpPr>
          <p:spPr>
            <a:xfrm>
              <a:off x="4116256" y="6103509"/>
              <a:ext cx="66125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5EACF71-1C55-8B53-11F3-1BD0F147E1B9}"/>
                </a:ext>
              </a:extLst>
            </p:cNvPr>
            <p:cNvCxnSpPr>
              <a:cxnSpLocks/>
            </p:cNvCxnSpPr>
            <p:nvPr/>
          </p:nvCxnSpPr>
          <p:spPr>
            <a:xfrm>
              <a:off x="5692679" y="6100191"/>
              <a:ext cx="66125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hlinkClick r:id="rId5" action="ppaction://hlinksldjump"/>
              <a:extLst>
                <a:ext uri="{FF2B5EF4-FFF2-40B4-BE49-F238E27FC236}">
                  <a16:creationId xmlns:a16="http://schemas.microsoft.com/office/drawing/2014/main" id="{82323231-B776-A948-152D-AE5FA6576983}"/>
                </a:ext>
              </a:extLst>
            </p:cNvPr>
            <p:cNvSpPr txBox="1"/>
            <p:nvPr/>
          </p:nvSpPr>
          <p:spPr>
            <a:xfrm>
              <a:off x="5785915" y="5918843"/>
              <a:ext cx="2518638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Frontend Code Overview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FC1F5BD-7A90-7349-CEB6-2E4C63EE2B77}"/>
                </a:ext>
              </a:extLst>
            </p:cNvPr>
            <p:cNvCxnSpPr>
              <a:cxnSpLocks/>
            </p:cNvCxnSpPr>
            <p:nvPr/>
          </p:nvCxnSpPr>
          <p:spPr>
            <a:xfrm>
              <a:off x="8342985" y="6096873"/>
              <a:ext cx="66125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hlinkClick r:id="rId6" action="ppaction://hlinksldjump"/>
              <a:extLst>
                <a:ext uri="{FF2B5EF4-FFF2-40B4-BE49-F238E27FC236}">
                  <a16:creationId xmlns:a16="http://schemas.microsoft.com/office/drawing/2014/main" id="{40196051-16C7-8EAD-0B7C-229A4AF87C6C}"/>
                </a:ext>
              </a:extLst>
            </p:cNvPr>
            <p:cNvSpPr txBox="1"/>
            <p:nvPr/>
          </p:nvSpPr>
          <p:spPr>
            <a:xfrm>
              <a:off x="8436221" y="5915525"/>
              <a:ext cx="1444755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JSON Data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7448A3F-B8AC-D80D-CE32-DC2068A57D65}"/>
                </a:ext>
              </a:extLst>
            </p:cNvPr>
            <p:cNvCxnSpPr>
              <a:cxnSpLocks/>
            </p:cNvCxnSpPr>
            <p:nvPr/>
          </p:nvCxnSpPr>
          <p:spPr>
            <a:xfrm>
              <a:off x="3604131" y="6607522"/>
              <a:ext cx="66125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hlinkClick r:id="rId7" action="ppaction://hlinksldjump"/>
              <a:extLst>
                <a:ext uri="{FF2B5EF4-FFF2-40B4-BE49-F238E27FC236}">
                  <a16:creationId xmlns:a16="http://schemas.microsoft.com/office/drawing/2014/main" id="{129EE895-1A46-5D59-9919-03C98F669B4C}"/>
                </a:ext>
              </a:extLst>
            </p:cNvPr>
            <p:cNvSpPr txBox="1"/>
            <p:nvPr/>
          </p:nvSpPr>
          <p:spPr>
            <a:xfrm>
              <a:off x="3697367" y="6426174"/>
              <a:ext cx="1334597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Benefits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561D3B0-49B5-E4B7-137B-BAEA730E685F}"/>
                </a:ext>
              </a:extLst>
            </p:cNvPr>
            <p:cNvCxnSpPr>
              <a:cxnSpLocks/>
            </p:cNvCxnSpPr>
            <p:nvPr/>
          </p:nvCxnSpPr>
          <p:spPr>
            <a:xfrm>
              <a:off x="5070981" y="6604204"/>
              <a:ext cx="66125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hlinkClick r:id="rId8" action="ppaction://hlinksldjump"/>
              <a:extLst>
                <a:ext uri="{FF2B5EF4-FFF2-40B4-BE49-F238E27FC236}">
                  <a16:creationId xmlns:a16="http://schemas.microsoft.com/office/drawing/2014/main" id="{B908A17A-A33F-1CF1-05D5-2A4FC2251AF1}"/>
                </a:ext>
              </a:extLst>
            </p:cNvPr>
            <p:cNvSpPr txBox="1"/>
            <p:nvPr/>
          </p:nvSpPr>
          <p:spPr>
            <a:xfrm>
              <a:off x="5164217" y="6422856"/>
              <a:ext cx="2285456" cy="369332"/>
            </a:xfrm>
            <a:prstGeom prst="rect">
              <a:avLst/>
            </a:prstGeom>
            <a:solidFill>
              <a:srgbClr val="E9542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Future Enhancements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FAE9C2A-E2F5-48BA-F660-6586B335D029}"/>
                </a:ext>
              </a:extLst>
            </p:cNvPr>
            <p:cNvCxnSpPr>
              <a:cxnSpLocks/>
            </p:cNvCxnSpPr>
            <p:nvPr/>
          </p:nvCxnSpPr>
          <p:spPr>
            <a:xfrm>
              <a:off x="7499057" y="6604204"/>
              <a:ext cx="66125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hlinkClick r:id="rId9" action="ppaction://hlinksldjump"/>
              <a:extLst>
                <a:ext uri="{FF2B5EF4-FFF2-40B4-BE49-F238E27FC236}">
                  <a16:creationId xmlns:a16="http://schemas.microsoft.com/office/drawing/2014/main" id="{A6D34099-6496-8AAA-06AD-A65958EFCC3D}"/>
                </a:ext>
              </a:extLst>
            </p:cNvPr>
            <p:cNvSpPr txBox="1"/>
            <p:nvPr/>
          </p:nvSpPr>
          <p:spPr>
            <a:xfrm>
              <a:off x="7592293" y="6422856"/>
              <a:ext cx="1261645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Conclusion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0870889-A952-AC4A-F4A8-962999A2707C}"/>
                </a:ext>
              </a:extLst>
            </p:cNvPr>
            <p:cNvCxnSpPr>
              <a:cxnSpLocks/>
            </p:cNvCxnSpPr>
            <p:nvPr/>
          </p:nvCxnSpPr>
          <p:spPr>
            <a:xfrm>
              <a:off x="2089656" y="6604204"/>
              <a:ext cx="66125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hlinkClick r:id="rId10" action="ppaction://hlinksldjump"/>
              <a:extLst>
                <a:ext uri="{FF2B5EF4-FFF2-40B4-BE49-F238E27FC236}">
                  <a16:creationId xmlns:a16="http://schemas.microsoft.com/office/drawing/2014/main" id="{DDCD67E1-D5FE-5C83-5871-DC6A3CB01E3D}"/>
                </a:ext>
              </a:extLst>
            </p:cNvPr>
            <p:cNvSpPr txBox="1"/>
            <p:nvPr/>
          </p:nvSpPr>
          <p:spPr>
            <a:xfrm>
              <a:off x="2186939" y="6419538"/>
              <a:ext cx="1378175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Key Features</a:t>
              </a:r>
            </a:p>
          </p:txBody>
        </p:sp>
        <p:sp>
          <p:nvSpPr>
            <p:cNvPr id="4" name="TextBox 3">
              <a:hlinkClick r:id="rId11" action="ppaction://hlinksldjump"/>
              <a:extLst>
                <a:ext uri="{FF2B5EF4-FFF2-40B4-BE49-F238E27FC236}">
                  <a16:creationId xmlns:a16="http://schemas.microsoft.com/office/drawing/2014/main" id="{761E9E9D-D5FB-D73C-E28D-5DE25C1438E4}"/>
                </a:ext>
              </a:extLst>
            </p:cNvPr>
            <p:cNvSpPr txBox="1"/>
            <p:nvPr/>
          </p:nvSpPr>
          <p:spPr>
            <a:xfrm>
              <a:off x="4209492" y="5922161"/>
              <a:ext cx="1444755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How It Works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2043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30CBD-98C8-D91D-772A-0CED5C887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C6BC857-BD1D-7997-4926-7F61F31A0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949"/>
            <a:ext cx="12192000" cy="886751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1F949ED7-58BA-4839-4A30-BE2D0D989F8B}"/>
              </a:ext>
            </a:extLst>
          </p:cNvPr>
          <p:cNvSpPr/>
          <p:nvPr/>
        </p:nvSpPr>
        <p:spPr>
          <a:xfrm>
            <a:off x="-2054860" y="5967880"/>
            <a:ext cx="16301720" cy="1275496"/>
          </a:xfrm>
          <a:prstGeom prst="ellipse">
            <a:avLst/>
          </a:prstGeom>
          <a:gradFill flip="none" rotWithShape="1">
            <a:gsLst>
              <a:gs pos="0">
                <a:srgbClr val="212121"/>
              </a:gs>
              <a:gs pos="100000">
                <a:srgbClr val="00B0F0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919CE2-36E2-43B2-4B1B-53726E130ACA}"/>
              </a:ext>
            </a:extLst>
          </p:cNvPr>
          <p:cNvSpPr txBox="1"/>
          <p:nvPr/>
        </p:nvSpPr>
        <p:spPr>
          <a:xfrm>
            <a:off x="2338644" y="1350165"/>
            <a:ext cx="2783134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chemeClr val="accent5">
                    <a:lumMod val="75000"/>
                  </a:schemeClr>
                </a:solidFill>
                <a:latin typeface="Swis721 Hv BT" panose="020B0804020202020204" pitchFamily="34" charset="0"/>
              </a:rPr>
              <a:t>Conclusion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F9C0C6-8515-09BF-4C07-2691A9083689}"/>
              </a:ext>
            </a:extLst>
          </p:cNvPr>
          <p:cNvSpPr txBox="1"/>
          <p:nvPr/>
        </p:nvSpPr>
        <p:spPr>
          <a:xfrm>
            <a:off x="2351553" y="2123168"/>
            <a:ext cx="72365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-  Duplicate File Remover is a powerful tool for managing storage.  </a:t>
            </a:r>
          </a:p>
          <a:p>
            <a:r>
              <a:rPr lang="en-US" sz="2000" b="1" dirty="0"/>
              <a:t>-  Available as a desktop application and web interface.  </a:t>
            </a:r>
          </a:p>
          <a:p>
            <a:r>
              <a:rPr lang="en-US" sz="2000" b="1" dirty="0"/>
              <a:t>-  Try it today to optimize your system!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9D8B038-8181-6B18-A491-FC239A94E2A3}"/>
              </a:ext>
            </a:extLst>
          </p:cNvPr>
          <p:cNvSpPr/>
          <p:nvPr/>
        </p:nvSpPr>
        <p:spPr>
          <a:xfrm>
            <a:off x="2417709" y="1996496"/>
            <a:ext cx="7356581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17FA2F4-AC6E-BAD2-D268-25DC82C8E34C}"/>
              </a:ext>
            </a:extLst>
          </p:cNvPr>
          <p:cNvGrpSpPr/>
          <p:nvPr/>
        </p:nvGrpSpPr>
        <p:grpSpPr>
          <a:xfrm>
            <a:off x="1777753" y="5915525"/>
            <a:ext cx="8636495" cy="879981"/>
            <a:chOff x="1244481" y="5915525"/>
            <a:chExt cx="8636495" cy="879981"/>
          </a:xfrm>
        </p:grpSpPr>
        <p:sp>
          <p:nvSpPr>
            <p:cNvPr id="14" name="TextBox 13">
              <a:hlinkClick r:id="rId3" action="ppaction://hlinksldjump"/>
              <a:extLst>
                <a:ext uri="{FF2B5EF4-FFF2-40B4-BE49-F238E27FC236}">
                  <a16:creationId xmlns:a16="http://schemas.microsoft.com/office/drawing/2014/main" id="{9BCC0063-86AE-0D7A-A81D-2C6E933A2517}"/>
                </a:ext>
              </a:extLst>
            </p:cNvPr>
            <p:cNvSpPr txBox="1"/>
            <p:nvPr/>
          </p:nvSpPr>
          <p:spPr>
            <a:xfrm>
              <a:off x="1244481" y="5922161"/>
              <a:ext cx="1334596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HOME PAGE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3727BF1-846E-A389-9BA0-0CE15D46A22B}"/>
                </a:ext>
              </a:extLst>
            </p:cNvPr>
            <p:cNvCxnSpPr>
              <a:cxnSpLocks/>
            </p:cNvCxnSpPr>
            <p:nvPr/>
          </p:nvCxnSpPr>
          <p:spPr>
            <a:xfrm>
              <a:off x="2624933" y="6103509"/>
              <a:ext cx="66125" cy="0"/>
            </a:xfrm>
            <a:prstGeom prst="straightConnector1">
              <a:avLst/>
            </a:prstGeom>
            <a:ln>
              <a:noFill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hlinkClick r:id="rId4" action="ppaction://hlinksldjump"/>
              <a:extLst>
                <a:ext uri="{FF2B5EF4-FFF2-40B4-BE49-F238E27FC236}">
                  <a16:creationId xmlns:a16="http://schemas.microsoft.com/office/drawing/2014/main" id="{3F3F01EA-256A-4E0F-BF87-CF498C551F48}"/>
                </a:ext>
              </a:extLst>
            </p:cNvPr>
            <p:cNvSpPr txBox="1"/>
            <p:nvPr/>
          </p:nvSpPr>
          <p:spPr>
            <a:xfrm>
              <a:off x="2718170" y="5922161"/>
              <a:ext cx="1352230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Introduction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AB39144-4A6B-4817-131B-D5453ABB353F}"/>
                </a:ext>
              </a:extLst>
            </p:cNvPr>
            <p:cNvCxnSpPr>
              <a:cxnSpLocks/>
            </p:cNvCxnSpPr>
            <p:nvPr/>
          </p:nvCxnSpPr>
          <p:spPr>
            <a:xfrm>
              <a:off x="4116256" y="6103509"/>
              <a:ext cx="66125" cy="0"/>
            </a:xfrm>
            <a:prstGeom prst="straightConnector1">
              <a:avLst/>
            </a:prstGeom>
            <a:ln>
              <a:noFill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516A119-43B8-FEF1-4D70-48E20B9015E1}"/>
                </a:ext>
              </a:extLst>
            </p:cNvPr>
            <p:cNvCxnSpPr>
              <a:cxnSpLocks/>
            </p:cNvCxnSpPr>
            <p:nvPr/>
          </p:nvCxnSpPr>
          <p:spPr>
            <a:xfrm>
              <a:off x="5692679" y="6100191"/>
              <a:ext cx="66125" cy="0"/>
            </a:xfrm>
            <a:prstGeom prst="straightConnector1">
              <a:avLst/>
            </a:prstGeom>
            <a:ln>
              <a:noFill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hlinkClick r:id="rId5" action="ppaction://hlinksldjump"/>
              <a:extLst>
                <a:ext uri="{FF2B5EF4-FFF2-40B4-BE49-F238E27FC236}">
                  <a16:creationId xmlns:a16="http://schemas.microsoft.com/office/drawing/2014/main" id="{B534D0E2-9CCE-DF77-4826-59F66A223D22}"/>
                </a:ext>
              </a:extLst>
            </p:cNvPr>
            <p:cNvSpPr txBox="1"/>
            <p:nvPr/>
          </p:nvSpPr>
          <p:spPr>
            <a:xfrm>
              <a:off x="5785915" y="5918843"/>
              <a:ext cx="2518638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Frontend Code Overview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28AAC79-2216-9B56-5EB3-38920B943627}"/>
                </a:ext>
              </a:extLst>
            </p:cNvPr>
            <p:cNvCxnSpPr>
              <a:cxnSpLocks/>
            </p:cNvCxnSpPr>
            <p:nvPr/>
          </p:nvCxnSpPr>
          <p:spPr>
            <a:xfrm>
              <a:off x="8342985" y="6096873"/>
              <a:ext cx="66125" cy="0"/>
            </a:xfrm>
            <a:prstGeom prst="straightConnector1">
              <a:avLst/>
            </a:prstGeom>
            <a:ln>
              <a:noFill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hlinkClick r:id="rId6" action="ppaction://hlinksldjump"/>
              <a:extLst>
                <a:ext uri="{FF2B5EF4-FFF2-40B4-BE49-F238E27FC236}">
                  <a16:creationId xmlns:a16="http://schemas.microsoft.com/office/drawing/2014/main" id="{FC99D39F-55D6-B041-A6E2-E38BEBCBBE3E}"/>
                </a:ext>
              </a:extLst>
            </p:cNvPr>
            <p:cNvSpPr txBox="1"/>
            <p:nvPr/>
          </p:nvSpPr>
          <p:spPr>
            <a:xfrm>
              <a:off x="8436221" y="5915525"/>
              <a:ext cx="1444755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JSON Data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539183F-F0F6-06E1-2204-A76770393764}"/>
                </a:ext>
              </a:extLst>
            </p:cNvPr>
            <p:cNvCxnSpPr>
              <a:cxnSpLocks/>
            </p:cNvCxnSpPr>
            <p:nvPr/>
          </p:nvCxnSpPr>
          <p:spPr>
            <a:xfrm>
              <a:off x="3604131" y="6607522"/>
              <a:ext cx="66125" cy="0"/>
            </a:xfrm>
            <a:prstGeom prst="straightConnector1">
              <a:avLst/>
            </a:prstGeom>
            <a:ln>
              <a:noFill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hlinkClick r:id="rId7" action="ppaction://hlinksldjump"/>
              <a:extLst>
                <a:ext uri="{FF2B5EF4-FFF2-40B4-BE49-F238E27FC236}">
                  <a16:creationId xmlns:a16="http://schemas.microsoft.com/office/drawing/2014/main" id="{0D708A31-8C5A-68DF-F8AA-F421CC3CD9A8}"/>
                </a:ext>
              </a:extLst>
            </p:cNvPr>
            <p:cNvSpPr txBox="1"/>
            <p:nvPr/>
          </p:nvSpPr>
          <p:spPr>
            <a:xfrm>
              <a:off x="3697367" y="6426174"/>
              <a:ext cx="1334597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Benefits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0CFB02D-A916-631B-026A-83C532579EE1}"/>
                </a:ext>
              </a:extLst>
            </p:cNvPr>
            <p:cNvCxnSpPr>
              <a:cxnSpLocks/>
            </p:cNvCxnSpPr>
            <p:nvPr/>
          </p:nvCxnSpPr>
          <p:spPr>
            <a:xfrm>
              <a:off x="5070981" y="6604204"/>
              <a:ext cx="66125" cy="0"/>
            </a:xfrm>
            <a:prstGeom prst="straightConnector1">
              <a:avLst/>
            </a:prstGeom>
            <a:ln>
              <a:noFill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hlinkClick r:id="rId8" action="ppaction://hlinksldjump"/>
              <a:extLst>
                <a:ext uri="{FF2B5EF4-FFF2-40B4-BE49-F238E27FC236}">
                  <a16:creationId xmlns:a16="http://schemas.microsoft.com/office/drawing/2014/main" id="{28022E79-E11C-A870-B456-7FE722E6A575}"/>
                </a:ext>
              </a:extLst>
            </p:cNvPr>
            <p:cNvSpPr txBox="1"/>
            <p:nvPr/>
          </p:nvSpPr>
          <p:spPr>
            <a:xfrm>
              <a:off x="5164217" y="6422856"/>
              <a:ext cx="2285456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Future Enhancements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B5ED80C-2CA2-67BD-03E3-7D02EE92045E}"/>
                </a:ext>
              </a:extLst>
            </p:cNvPr>
            <p:cNvCxnSpPr>
              <a:cxnSpLocks/>
            </p:cNvCxnSpPr>
            <p:nvPr/>
          </p:nvCxnSpPr>
          <p:spPr>
            <a:xfrm>
              <a:off x="7499057" y="6604204"/>
              <a:ext cx="66125" cy="0"/>
            </a:xfrm>
            <a:prstGeom prst="straightConnector1">
              <a:avLst/>
            </a:prstGeom>
            <a:ln>
              <a:noFill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hlinkClick r:id="rId9" action="ppaction://hlinksldjump"/>
              <a:extLst>
                <a:ext uri="{FF2B5EF4-FFF2-40B4-BE49-F238E27FC236}">
                  <a16:creationId xmlns:a16="http://schemas.microsoft.com/office/drawing/2014/main" id="{64976B7C-7707-F17C-B80B-39D7EC5F8C5E}"/>
                </a:ext>
              </a:extLst>
            </p:cNvPr>
            <p:cNvSpPr txBox="1"/>
            <p:nvPr/>
          </p:nvSpPr>
          <p:spPr>
            <a:xfrm>
              <a:off x="7592293" y="6422856"/>
              <a:ext cx="1261645" cy="369332"/>
            </a:xfrm>
            <a:prstGeom prst="rect">
              <a:avLst/>
            </a:prstGeom>
            <a:solidFill>
              <a:srgbClr val="E95420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Conclusion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501BB83-C3F9-1BC9-33EE-8DD484E92AE4}"/>
                </a:ext>
              </a:extLst>
            </p:cNvPr>
            <p:cNvCxnSpPr>
              <a:cxnSpLocks/>
            </p:cNvCxnSpPr>
            <p:nvPr/>
          </p:nvCxnSpPr>
          <p:spPr>
            <a:xfrm>
              <a:off x="2089656" y="6604204"/>
              <a:ext cx="66125" cy="0"/>
            </a:xfrm>
            <a:prstGeom prst="straightConnector1">
              <a:avLst/>
            </a:prstGeom>
            <a:ln>
              <a:noFill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hlinkClick r:id="rId10" action="ppaction://hlinksldjump"/>
              <a:extLst>
                <a:ext uri="{FF2B5EF4-FFF2-40B4-BE49-F238E27FC236}">
                  <a16:creationId xmlns:a16="http://schemas.microsoft.com/office/drawing/2014/main" id="{F66ABCFE-901A-DC54-AD43-999C9122D6AE}"/>
                </a:ext>
              </a:extLst>
            </p:cNvPr>
            <p:cNvSpPr txBox="1"/>
            <p:nvPr/>
          </p:nvSpPr>
          <p:spPr>
            <a:xfrm>
              <a:off x="2186939" y="6419538"/>
              <a:ext cx="1378175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Key Features</a:t>
              </a:r>
            </a:p>
          </p:txBody>
        </p:sp>
        <p:sp>
          <p:nvSpPr>
            <p:cNvPr id="4" name="TextBox 3">
              <a:hlinkClick r:id="rId11" action="ppaction://hlinksldjump"/>
              <a:extLst>
                <a:ext uri="{FF2B5EF4-FFF2-40B4-BE49-F238E27FC236}">
                  <a16:creationId xmlns:a16="http://schemas.microsoft.com/office/drawing/2014/main" id="{8009DDE7-ACAC-E11A-0F75-0860649018C3}"/>
                </a:ext>
              </a:extLst>
            </p:cNvPr>
            <p:cNvSpPr txBox="1"/>
            <p:nvPr/>
          </p:nvSpPr>
          <p:spPr>
            <a:xfrm>
              <a:off x="4209492" y="5922161"/>
              <a:ext cx="1444755" cy="369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solidFill>
                    <a:schemeClr val="bg1"/>
                  </a:solidFill>
                </a:rPr>
                <a:t>How It Works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E1F1BA0-F711-3BEC-A9C5-3DE7660CBF2E}"/>
                </a:ext>
              </a:extLst>
            </p:cNvPr>
            <p:cNvCxnSpPr>
              <a:cxnSpLocks/>
            </p:cNvCxnSpPr>
            <p:nvPr/>
          </p:nvCxnSpPr>
          <p:spPr>
            <a:xfrm>
              <a:off x="2624933" y="6103509"/>
              <a:ext cx="66125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4E7FD2E-20FA-6925-2749-3A698D1318D0}"/>
                </a:ext>
              </a:extLst>
            </p:cNvPr>
            <p:cNvCxnSpPr>
              <a:cxnSpLocks/>
            </p:cNvCxnSpPr>
            <p:nvPr/>
          </p:nvCxnSpPr>
          <p:spPr>
            <a:xfrm>
              <a:off x="4116256" y="6103509"/>
              <a:ext cx="66125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30163EA-7F95-E134-33C1-C2573857E425}"/>
                </a:ext>
              </a:extLst>
            </p:cNvPr>
            <p:cNvCxnSpPr>
              <a:cxnSpLocks/>
            </p:cNvCxnSpPr>
            <p:nvPr/>
          </p:nvCxnSpPr>
          <p:spPr>
            <a:xfrm>
              <a:off x="5692679" y="6100191"/>
              <a:ext cx="66125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B721A26-F4E6-313B-90CF-24D2002EF6DA}"/>
                </a:ext>
              </a:extLst>
            </p:cNvPr>
            <p:cNvCxnSpPr>
              <a:cxnSpLocks/>
            </p:cNvCxnSpPr>
            <p:nvPr/>
          </p:nvCxnSpPr>
          <p:spPr>
            <a:xfrm>
              <a:off x="8342985" y="6096873"/>
              <a:ext cx="66125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F4A6710-7CF3-B629-1E62-6029AC936F6A}"/>
                </a:ext>
              </a:extLst>
            </p:cNvPr>
            <p:cNvCxnSpPr>
              <a:cxnSpLocks/>
            </p:cNvCxnSpPr>
            <p:nvPr/>
          </p:nvCxnSpPr>
          <p:spPr>
            <a:xfrm>
              <a:off x="3604131" y="6607522"/>
              <a:ext cx="66125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9280FEF-B027-068B-6641-2C6E3938F727}"/>
                </a:ext>
              </a:extLst>
            </p:cNvPr>
            <p:cNvCxnSpPr>
              <a:cxnSpLocks/>
            </p:cNvCxnSpPr>
            <p:nvPr/>
          </p:nvCxnSpPr>
          <p:spPr>
            <a:xfrm>
              <a:off x="5070981" y="6604204"/>
              <a:ext cx="66125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A3CD1C1-C9A9-3F81-9D80-4028CF435825}"/>
                </a:ext>
              </a:extLst>
            </p:cNvPr>
            <p:cNvCxnSpPr>
              <a:cxnSpLocks/>
            </p:cNvCxnSpPr>
            <p:nvPr/>
          </p:nvCxnSpPr>
          <p:spPr>
            <a:xfrm>
              <a:off x="7499057" y="6604204"/>
              <a:ext cx="66125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A9F3329-D739-FD92-6B46-25E10401F195}"/>
                </a:ext>
              </a:extLst>
            </p:cNvPr>
            <p:cNvCxnSpPr>
              <a:cxnSpLocks/>
            </p:cNvCxnSpPr>
            <p:nvPr/>
          </p:nvCxnSpPr>
          <p:spPr>
            <a:xfrm>
              <a:off x="2089656" y="6604204"/>
              <a:ext cx="66125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2519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1733</TotalTime>
  <Words>717</Words>
  <Application>Microsoft Office PowerPoint</Application>
  <PresentationFormat>Widescreen</PresentationFormat>
  <Paragraphs>192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Swis721 Hv BT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 shinde</dc:creator>
  <cp:lastModifiedBy>pratik shinde</cp:lastModifiedBy>
  <cp:revision>35</cp:revision>
  <dcterms:created xsi:type="dcterms:W3CDTF">2025-03-18T13:36:52Z</dcterms:created>
  <dcterms:modified xsi:type="dcterms:W3CDTF">2025-04-02T03:49:38Z</dcterms:modified>
</cp:coreProperties>
</file>